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6" r:id="rId3"/>
    <p:sldId id="267" r:id="rId4"/>
    <p:sldId id="268" r:id="rId5"/>
    <p:sldId id="264" r:id="rId6"/>
    <p:sldId id="263" r:id="rId7"/>
    <p:sldId id="269" r:id="rId8"/>
    <p:sldId id="265" r:id="rId9"/>
    <p:sldId id="274" r:id="rId10"/>
    <p:sldId id="275" r:id="rId11"/>
    <p:sldId id="262" r:id="rId12"/>
    <p:sldId id="270" r:id="rId13"/>
    <p:sldId id="276" r:id="rId14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8D6F3FE-4081-6046-8654-9FDCE2F58C7C}">
          <p14:sldIdLst/>
        </p14:section>
        <p14:section name="First shablone" id="{1DF65730-EF19-5243-A628-573F7C76915C}">
          <p14:sldIdLst>
            <p14:sldId id="271"/>
            <p14:sldId id="256"/>
          </p14:sldIdLst>
        </p14:section>
        <p14:section name="Question" id="{1EF0C4D6-2C5B-704E-9588-4DF7AAA0C1FA}">
          <p14:sldIdLst>
            <p14:sldId id="267"/>
            <p14:sldId id="268"/>
            <p14:sldId id="264"/>
          </p14:sldIdLst>
        </p14:section>
        <p14:section name="Techniacal" id="{00E869AB-D954-1346-8F8E-2FD7F183B413}">
          <p14:sldIdLst>
            <p14:sldId id="263"/>
            <p14:sldId id="269"/>
            <p14:sldId id="265"/>
            <p14:sldId id="274"/>
            <p14:sldId id="275"/>
            <p14:sldId id="262"/>
            <p14:sldId id="270"/>
          </p14:sldIdLst>
        </p14:section>
        <p14:section name="Video" id="{0903619B-32C1-0646-A42C-DFFE20759C9F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30"/>
    <a:srgbClr val="15243B"/>
    <a:srgbClr val="F568AA"/>
    <a:srgbClr val="B82F72"/>
    <a:srgbClr val="93255B"/>
    <a:srgbClr val="A62A67"/>
    <a:srgbClr val="017252"/>
    <a:srgbClr val="2870ED"/>
    <a:srgbClr val="028661"/>
    <a:srgbClr val="2551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46"/>
    <p:restoredTop sz="90585"/>
  </p:normalViewPr>
  <p:slideViewPr>
    <p:cSldViewPr snapToGrid="0">
      <p:cViewPr>
        <p:scale>
          <a:sx n="77" d="100"/>
          <a:sy n="77" d="100"/>
        </p:scale>
        <p:origin x="144" y="6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EFB17F-0F17-974A-BC9B-3545A0C09BB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914B0B-6854-4B47-B446-19AA68188CB3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/>
            <a:t>Daily</a:t>
          </a:r>
          <a:r>
            <a:rPr lang="sk-SK" b="1" dirty="0"/>
            <a:t> </a:t>
          </a:r>
          <a:r>
            <a:rPr lang="sk-SK" b="1" dirty="0" err="1"/>
            <a:t>mood</a:t>
          </a:r>
          <a:r>
            <a:rPr lang="sk-SK" b="1" dirty="0"/>
            <a:t> </a:t>
          </a:r>
          <a:r>
            <a:rPr lang="sk-SK" b="1" dirty="0" err="1"/>
            <a:t>check-ins</a:t>
          </a:r>
          <a:endParaRPr lang="ru-UA" dirty="0"/>
        </a:p>
      </dgm:t>
    </dgm:pt>
    <dgm:pt modelId="{0A120177-6AC0-1046-86A3-DCA93E335049}" type="parTrans" cxnId="{9A23C560-FE79-9740-A9B2-5111A4CF80FA}">
      <dgm:prSet/>
      <dgm:spPr/>
      <dgm:t>
        <a:bodyPr/>
        <a:lstStyle/>
        <a:p>
          <a:endParaRPr lang="ru-RU"/>
        </a:p>
      </dgm:t>
    </dgm:pt>
    <dgm:pt modelId="{DA8F8856-49E3-3D4B-A0D5-364D76AE81A9}" type="sibTrans" cxnId="{9A23C560-FE79-9740-A9B2-5111A4CF80FA}">
      <dgm:prSet/>
      <dgm:spPr/>
      <dgm:t>
        <a:bodyPr/>
        <a:lstStyle/>
        <a:p>
          <a:endParaRPr lang="ru-RU"/>
        </a:p>
      </dgm:t>
    </dgm:pt>
    <dgm:pt modelId="{CD765C5A-4618-8948-AEC0-9D3A0049FAC8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/>
            <a:t>Light</a:t>
          </a:r>
          <a:r>
            <a:rPr lang="sk-SK" b="1" dirty="0"/>
            <a:t> </a:t>
          </a:r>
          <a:r>
            <a:rPr lang="sk-SK" b="1" dirty="0" err="1"/>
            <a:t>conversation</a:t>
          </a:r>
          <a:r>
            <a:rPr lang="sk-SK" b="1" dirty="0"/>
            <a:t> &amp; </a:t>
          </a:r>
          <a:r>
            <a:rPr lang="sk-SK" b="1" dirty="0" err="1"/>
            <a:t>voice</a:t>
          </a:r>
          <a:r>
            <a:rPr lang="sk-SK" b="1" dirty="0"/>
            <a:t> chat</a:t>
          </a:r>
          <a:endParaRPr lang="ru-UA" dirty="0"/>
        </a:p>
      </dgm:t>
    </dgm:pt>
    <dgm:pt modelId="{7E36BC07-28F7-064F-8757-26A73544C20C}" type="parTrans" cxnId="{E7A127DF-B93E-604C-8637-84F7C6970196}">
      <dgm:prSet/>
      <dgm:spPr/>
      <dgm:t>
        <a:bodyPr/>
        <a:lstStyle/>
        <a:p>
          <a:endParaRPr lang="ru-RU"/>
        </a:p>
      </dgm:t>
    </dgm:pt>
    <dgm:pt modelId="{8B182148-3249-5C4B-B478-C072C705ECFA}" type="sibTrans" cxnId="{E7A127DF-B93E-604C-8637-84F7C6970196}">
      <dgm:prSet/>
      <dgm:spPr/>
      <dgm:t>
        <a:bodyPr/>
        <a:lstStyle/>
        <a:p>
          <a:endParaRPr lang="ru-RU"/>
        </a:p>
      </dgm:t>
    </dgm:pt>
    <dgm:pt modelId="{4DF9F3C2-50B0-8341-849D-FC55BA21E4F4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/>
            <a:t>Weather-based</a:t>
          </a:r>
          <a:r>
            <a:rPr lang="sk-SK" b="1" dirty="0"/>
            <a:t> </a:t>
          </a:r>
          <a:r>
            <a:rPr lang="sk-SK" b="1" dirty="0" err="1"/>
            <a:t>suggestions</a:t>
          </a:r>
          <a:endParaRPr lang="ru-UA" dirty="0"/>
        </a:p>
      </dgm:t>
    </dgm:pt>
    <dgm:pt modelId="{EAA31F04-5386-2944-9804-24336C4ECBD9}" type="parTrans" cxnId="{175CB899-A10E-5945-ABF4-1C96D4167B4C}">
      <dgm:prSet/>
      <dgm:spPr/>
      <dgm:t>
        <a:bodyPr/>
        <a:lstStyle/>
        <a:p>
          <a:endParaRPr lang="ru-RU"/>
        </a:p>
      </dgm:t>
    </dgm:pt>
    <dgm:pt modelId="{81FC0716-DC32-E344-ACAF-7E14EBCFFCF9}" type="sibTrans" cxnId="{175CB899-A10E-5945-ABF4-1C96D4167B4C}">
      <dgm:prSet/>
      <dgm:spPr/>
      <dgm:t>
        <a:bodyPr/>
        <a:lstStyle/>
        <a:p>
          <a:endParaRPr lang="ru-RU"/>
        </a:p>
      </dgm:t>
    </dgm:pt>
    <dgm:pt modelId="{280B1E5E-C00E-3E4D-88E8-1753C06C0C49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/>
            <a:t>Motivational tips</a:t>
          </a:r>
          <a:endParaRPr lang="ru-UA"/>
        </a:p>
      </dgm:t>
    </dgm:pt>
    <dgm:pt modelId="{65EA360E-61BC-504C-8394-ED31E3AE69CE}" type="parTrans" cxnId="{D44E6B59-18DD-1847-8E86-9AB4EB1B1142}">
      <dgm:prSet/>
      <dgm:spPr/>
      <dgm:t>
        <a:bodyPr/>
        <a:lstStyle/>
        <a:p>
          <a:endParaRPr lang="ru-RU"/>
        </a:p>
      </dgm:t>
    </dgm:pt>
    <dgm:pt modelId="{0324F0E8-A1AE-D640-A20A-C2C229AD9EE1}" type="sibTrans" cxnId="{D44E6B59-18DD-1847-8E86-9AB4EB1B1142}">
      <dgm:prSet/>
      <dgm:spPr/>
      <dgm:t>
        <a:bodyPr/>
        <a:lstStyle/>
        <a:p>
          <a:endParaRPr lang="ru-RU"/>
        </a:p>
      </dgm:t>
    </dgm:pt>
    <dgm:pt modelId="{D5232629-F55B-0D4C-99B7-BEE9C367DC32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/>
            <a:t>Quick</a:t>
          </a:r>
          <a:r>
            <a:rPr lang="sk-SK" b="1" dirty="0"/>
            <a:t> </a:t>
          </a:r>
          <a:r>
            <a:rPr lang="sk-SK" b="1" dirty="0" err="1"/>
            <a:t>personal</a:t>
          </a:r>
          <a:r>
            <a:rPr lang="sk-SK" b="1" dirty="0"/>
            <a:t> </a:t>
          </a:r>
          <a:r>
            <a:rPr lang="sk-SK" b="1" dirty="0" err="1"/>
            <a:t>advice</a:t>
          </a:r>
          <a:endParaRPr lang="ru-UA" dirty="0"/>
        </a:p>
      </dgm:t>
    </dgm:pt>
    <dgm:pt modelId="{A4E5235F-379D-0648-8634-A66C94B520F1}" type="parTrans" cxnId="{2FCAE6C2-198C-5E48-8FC3-468C4FF90DB7}">
      <dgm:prSet/>
      <dgm:spPr/>
      <dgm:t>
        <a:bodyPr/>
        <a:lstStyle/>
        <a:p>
          <a:endParaRPr lang="ru-RU"/>
        </a:p>
      </dgm:t>
    </dgm:pt>
    <dgm:pt modelId="{4DA1700F-E5C8-6147-8206-3D57F77E042F}" type="sibTrans" cxnId="{2FCAE6C2-198C-5E48-8FC3-468C4FF90DB7}">
      <dgm:prSet/>
      <dgm:spPr/>
      <dgm:t>
        <a:bodyPr/>
        <a:lstStyle/>
        <a:p>
          <a:endParaRPr lang="ru-RU"/>
        </a:p>
      </dgm:t>
    </dgm:pt>
    <dgm:pt modelId="{AF759E93-1963-E847-801A-A4CD35A5B5E0}" type="pres">
      <dgm:prSet presAssocID="{93EFB17F-0F17-974A-BC9B-3545A0C09BB1}" presName="Name0" presStyleCnt="0">
        <dgm:presLayoutVars>
          <dgm:dir/>
          <dgm:animLvl val="lvl"/>
          <dgm:resizeHandles val="exact"/>
        </dgm:presLayoutVars>
      </dgm:prSet>
      <dgm:spPr/>
    </dgm:pt>
    <dgm:pt modelId="{76CF4C45-F6E2-C24F-AFC9-DB6D7B4AF83E}" type="pres">
      <dgm:prSet presAssocID="{57914B0B-6854-4B47-B446-19AA68188CB3}" presName="linNode" presStyleCnt="0"/>
      <dgm:spPr/>
    </dgm:pt>
    <dgm:pt modelId="{CC299060-6728-A44C-B5C9-0E94B6084A6A}" type="pres">
      <dgm:prSet presAssocID="{57914B0B-6854-4B47-B446-19AA68188CB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C1CD2200-5CC0-964A-89CE-C923161B7E20}" type="pres">
      <dgm:prSet presAssocID="{DA8F8856-49E3-3D4B-A0D5-364D76AE81A9}" presName="sp" presStyleCnt="0"/>
      <dgm:spPr/>
    </dgm:pt>
    <dgm:pt modelId="{99696C01-310D-8145-82DC-2970DA83EE92}" type="pres">
      <dgm:prSet presAssocID="{CD765C5A-4618-8948-AEC0-9D3A0049FAC8}" presName="linNode" presStyleCnt="0"/>
      <dgm:spPr/>
    </dgm:pt>
    <dgm:pt modelId="{6A68BD59-1BDD-6F41-B5B0-B8E724A70E9F}" type="pres">
      <dgm:prSet presAssocID="{CD765C5A-4618-8948-AEC0-9D3A0049FAC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AD113B7-AAC9-0241-9189-62B90E17FDB4}" type="pres">
      <dgm:prSet presAssocID="{8B182148-3249-5C4B-B478-C072C705ECFA}" presName="sp" presStyleCnt="0"/>
      <dgm:spPr/>
    </dgm:pt>
    <dgm:pt modelId="{0F59BAE4-A724-D649-8B95-9D9719CF46F7}" type="pres">
      <dgm:prSet presAssocID="{4DF9F3C2-50B0-8341-849D-FC55BA21E4F4}" presName="linNode" presStyleCnt="0"/>
      <dgm:spPr/>
    </dgm:pt>
    <dgm:pt modelId="{7B0E887F-400A-0542-871C-8877FE4A1D5C}" type="pres">
      <dgm:prSet presAssocID="{4DF9F3C2-50B0-8341-849D-FC55BA21E4F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0FBB4E8-1C7D-854A-8698-AD760836E3F9}" type="pres">
      <dgm:prSet presAssocID="{81FC0716-DC32-E344-ACAF-7E14EBCFFCF9}" presName="sp" presStyleCnt="0"/>
      <dgm:spPr/>
    </dgm:pt>
    <dgm:pt modelId="{CE5F8425-5212-C743-BE71-B16799F12E3F}" type="pres">
      <dgm:prSet presAssocID="{280B1E5E-C00E-3E4D-88E8-1753C06C0C49}" presName="linNode" presStyleCnt="0"/>
      <dgm:spPr/>
    </dgm:pt>
    <dgm:pt modelId="{85E17D2E-622A-FC45-9610-752878F0052C}" type="pres">
      <dgm:prSet presAssocID="{280B1E5E-C00E-3E4D-88E8-1753C06C0C4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7E66F45B-FA6F-124B-8180-BF4670237BFE}" type="pres">
      <dgm:prSet presAssocID="{0324F0E8-A1AE-D640-A20A-C2C229AD9EE1}" presName="sp" presStyleCnt="0"/>
      <dgm:spPr/>
    </dgm:pt>
    <dgm:pt modelId="{7ED28673-55CA-7B43-AA10-A0EAB00D995B}" type="pres">
      <dgm:prSet presAssocID="{D5232629-F55B-0D4C-99B7-BEE9C367DC32}" presName="linNode" presStyleCnt="0"/>
      <dgm:spPr/>
    </dgm:pt>
    <dgm:pt modelId="{34CF6EB6-3992-5B47-85E8-956D53E29F4E}" type="pres">
      <dgm:prSet presAssocID="{D5232629-F55B-0D4C-99B7-BEE9C367DC32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4CBDD601-19DD-BC4F-A275-300D10301D21}" type="presOf" srcId="{D5232629-F55B-0D4C-99B7-BEE9C367DC32}" destId="{34CF6EB6-3992-5B47-85E8-956D53E29F4E}" srcOrd="0" destOrd="0" presId="urn:microsoft.com/office/officeart/2005/8/layout/vList5"/>
    <dgm:cxn modelId="{FFC2A917-C831-2043-81F8-5E1224853651}" type="presOf" srcId="{57914B0B-6854-4B47-B446-19AA68188CB3}" destId="{CC299060-6728-A44C-B5C9-0E94B6084A6A}" srcOrd="0" destOrd="0" presId="urn:microsoft.com/office/officeart/2005/8/layout/vList5"/>
    <dgm:cxn modelId="{6E8ADF40-77AF-E64C-A49C-87BDDA6468AC}" type="presOf" srcId="{CD765C5A-4618-8948-AEC0-9D3A0049FAC8}" destId="{6A68BD59-1BDD-6F41-B5B0-B8E724A70E9F}" srcOrd="0" destOrd="0" presId="urn:microsoft.com/office/officeart/2005/8/layout/vList5"/>
    <dgm:cxn modelId="{2350AF53-FDE5-BB4F-A328-06DD763773D0}" type="presOf" srcId="{280B1E5E-C00E-3E4D-88E8-1753C06C0C49}" destId="{85E17D2E-622A-FC45-9610-752878F0052C}" srcOrd="0" destOrd="0" presId="urn:microsoft.com/office/officeart/2005/8/layout/vList5"/>
    <dgm:cxn modelId="{D44E6B59-18DD-1847-8E86-9AB4EB1B1142}" srcId="{93EFB17F-0F17-974A-BC9B-3545A0C09BB1}" destId="{280B1E5E-C00E-3E4D-88E8-1753C06C0C49}" srcOrd="3" destOrd="0" parTransId="{65EA360E-61BC-504C-8394-ED31E3AE69CE}" sibTransId="{0324F0E8-A1AE-D640-A20A-C2C229AD9EE1}"/>
    <dgm:cxn modelId="{9A23C560-FE79-9740-A9B2-5111A4CF80FA}" srcId="{93EFB17F-0F17-974A-BC9B-3545A0C09BB1}" destId="{57914B0B-6854-4B47-B446-19AA68188CB3}" srcOrd="0" destOrd="0" parTransId="{0A120177-6AC0-1046-86A3-DCA93E335049}" sibTransId="{DA8F8856-49E3-3D4B-A0D5-364D76AE81A9}"/>
    <dgm:cxn modelId="{7CF0836E-A317-2243-8790-7AFF914F10E2}" type="presOf" srcId="{93EFB17F-0F17-974A-BC9B-3545A0C09BB1}" destId="{AF759E93-1963-E847-801A-A4CD35A5B5E0}" srcOrd="0" destOrd="0" presId="urn:microsoft.com/office/officeart/2005/8/layout/vList5"/>
    <dgm:cxn modelId="{8AA48F6F-A494-C246-9EFA-2238DF27C282}" type="presOf" srcId="{4DF9F3C2-50B0-8341-849D-FC55BA21E4F4}" destId="{7B0E887F-400A-0542-871C-8877FE4A1D5C}" srcOrd="0" destOrd="0" presId="urn:microsoft.com/office/officeart/2005/8/layout/vList5"/>
    <dgm:cxn modelId="{175CB899-A10E-5945-ABF4-1C96D4167B4C}" srcId="{93EFB17F-0F17-974A-BC9B-3545A0C09BB1}" destId="{4DF9F3C2-50B0-8341-849D-FC55BA21E4F4}" srcOrd="2" destOrd="0" parTransId="{EAA31F04-5386-2944-9804-24336C4ECBD9}" sibTransId="{81FC0716-DC32-E344-ACAF-7E14EBCFFCF9}"/>
    <dgm:cxn modelId="{2FCAE6C2-198C-5E48-8FC3-468C4FF90DB7}" srcId="{93EFB17F-0F17-974A-BC9B-3545A0C09BB1}" destId="{D5232629-F55B-0D4C-99B7-BEE9C367DC32}" srcOrd="4" destOrd="0" parTransId="{A4E5235F-379D-0648-8634-A66C94B520F1}" sibTransId="{4DA1700F-E5C8-6147-8206-3D57F77E042F}"/>
    <dgm:cxn modelId="{E7A127DF-B93E-604C-8637-84F7C6970196}" srcId="{93EFB17F-0F17-974A-BC9B-3545A0C09BB1}" destId="{CD765C5A-4618-8948-AEC0-9D3A0049FAC8}" srcOrd="1" destOrd="0" parTransId="{7E36BC07-28F7-064F-8757-26A73544C20C}" sibTransId="{8B182148-3249-5C4B-B478-C072C705ECFA}"/>
    <dgm:cxn modelId="{3AB1D615-F2B8-1847-A005-795723AD38DC}" type="presParOf" srcId="{AF759E93-1963-E847-801A-A4CD35A5B5E0}" destId="{76CF4C45-F6E2-C24F-AFC9-DB6D7B4AF83E}" srcOrd="0" destOrd="0" presId="urn:microsoft.com/office/officeart/2005/8/layout/vList5"/>
    <dgm:cxn modelId="{B9A13A69-088B-CA4F-92BC-E76283AFA981}" type="presParOf" srcId="{76CF4C45-F6E2-C24F-AFC9-DB6D7B4AF83E}" destId="{CC299060-6728-A44C-B5C9-0E94B6084A6A}" srcOrd="0" destOrd="0" presId="urn:microsoft.com/office/officeart/2005/8/layout/vList5"/>
    <dgm:cxn modelId="{B03A8A55-C8EA-5549-B93F-5A9E73D88E4A}" type="presParOf" srcId="{AF759E93-1963-E847-801A-A4CD35A5B5E0}" destId="{C1CD2200-5CC0-964A-89CE-C923161B7E20}" srcOrd="1" destOrd="0" presId="urn:microsoft.com/office/officeart/2005/8/layout/vList5"/>
    <dgm:cxn modelId="{19D148A9-A52F-1141-BAE7-37D67A6B7026}" type="presParOf" srcId="{AF759E93-1963-E847-801A-A4CD35A5B5E0}" destId="{99696C01-310D-8145-82DC-2970DA83EE92}" srcOrd="2" destOrd="0" presId="urn:microsoft.com/office/officeart/2005/8/layout/vList5"/>
    <dgm:cxn modelId="{408B3D3E-5AA7-1C46-A782-BFF11BF94B7D}" type="presParOf" srcId="{99696C01-310D-8145-82DC-2970DA83EE92}" destId="{6A68BD59-1BDD-6F41-B5B0-B8E724A70E9F}" srcOrd="0" destOrd="0" presId="urn:microsoft.com/office/officeart/2005/8/layout/vList5"/>
    <dgm:cxn modelId="{069A2547-85C4-2A40-B73E-17EC4CECC78C}" type="presParOf" srcId="{AF759E93-1963-E847-801A-A4CD35A5B5E0}" destId="{2AD113B7-AAC9-0241-9189-62B90E17FDB4}" srcOrd="3" destOrd="0" presId="urn:microsoft.com/office/officeart/2005/8/layout/vList5"/>
    <dgm:cxn modelId="{00785D9F-C9CD-B94A-8838-E853F7E7E3E6}" type="presParOf" srcId="{AF759E93-1963-E847-801A-A4CD35A5B5E0}" destId="{0F59BAE4-A724-D649-8B95-9D9719CF46F7}" srcOrd="4" destOrd="0" presId="urn:microsoft.com/office/officeart/2005/8/layout/vList5"/>
    <dgm:cxn modelId="{E94EBDB9-AD1E-3949-9F91-2CDC7596EBFF}" type="presParOf" srcId="{0F59BAE4-A724-D649-8B95-9D9719CF46F7}" destId="{7B0E887F-400A-0542-871C-8877FE4A1D5C}" srcOrd="0" destOrd="0" presId="urn:microsoft.com/office/officeart/2005/8/layout/vList5"/>
    <dgm:cxn modelId="{243CF255-A861-BC40-8FD5-29EFA96EFEB5}" type="presParOf" srcId="{AF759E93-1963-E847-801A-A4CD35A5B5E0}" destId="{20FBB4E8-1C7D-854A-8698-AD760836E3F9}" srcOrd="5" destOrd="0" presId="urn:microsoft.com/office/officeart/2005/8/layout/vList5"/>
    <dgm:cxn modelId="{C23BBEA4-1D09-FF4A-9C32-A7C59BF49539}" type="presParOf" srcId="{AF759E93-1963-E847-801A-A4CD35A5B5E0}" destId="{CE5F8425-5212-C743-BE71-B16799F12E3F}" srcOrd="6" destOrd="0" presId="urn:microsoft.com/office/officeart/2005/8/layout/vList5"/>
    <dgm:cxn modelId="{0DA6E951-7B6E-B945-BFC0-0C1AB94BDFEA}" type="presParOf" srcId="{CE5F8425-5212-C743-BE71-B16799F12E3F}" destId="{85E17D2E-622A-FC45-9610-752878F0052C}" srcOrd="0" destOrd="0" presId="urn:microsoft.com/office/officeart/2005/8/layout/vList5"/>
    <dgm:cxn modelId="{B33EE336-3972-D34F-8C50-D52CD429CAAD}" type="presParOf" srcId="{AF759E93-1963-E847-801A-A4CD35A5B5E0}" destId="{7E66F45B-FA6F-124B-8180-BF4670237BFE}" srcOrd="7" destOrd="0" presId="urn:microsoft.com/office/officeart/2005/8/layout/vList5"/>
    <dgm:cxn modelId="{8C3617D6-65EF-4440-83C7-0E1A86885E8B}" type="presParOf" srcId="{AF759E93-1963-E847-801A-A4CD35A5B5E0}" destId="{7ED28673-55CA-7B43-AA10-A0EAB00D995B}" srcOrd="8" destOrd="0" presId="urn:microsoft.com/office/officeart/2005/8/layout/vList5"/>
    <dgm:cxn modelId="{3AF317DD-BF78-9944-8C00-C2A7BEB5EA39}" type="presParOf" srcId="{7ED28673-55CA-7B43-AA10-A0EAB00D995B}" destId="{34CF6EB6-3992-5B47-85E8-956D53E29F4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0E7F12-2886-D041-B56A-E42D890498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45180C3-4340-134C-B9BD-B9495BF0953B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Daily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summaries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next-day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plans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D9D9D1F7-43AB-8D4F-94D2-D9F1844F3054}" type="parTrans" cxnId="{7A173F31-7643-A044-8491-B603221927F1}">
      <dgm:prSet/>
      <dgm:spPr/>
      <dgm:t>
        <a:bodyPr/>
        <a:lstStyle/>
        <a:p>
          <a:endParaRPr lang="ru-RU"/>
        </a:p>
      </dgm:t>
    </dgm:pt>
    <dgm:pt modelId="{FDA9555E-8E5B-DA40-BB02-7B74E8A9DFB2}" type="sibTrans" cxnId="{7A173F31-7643-A044-8491-B603221927F1}">
      <dgm:prSet/>
      <dgm:spPr/>
      <dgm:t>
        <a:bodyPr/>
        <a:lstStyle/>
        <a:p>
          <a:endParaRPr lang="ru-RU"/>
        </a:p>
      </dgm:t>
    </dgm:pt>
    <dgm:pt modelId="{62DC5E3F-372B-584F-AA37-001575B8D3C8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Event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creation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reminders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A3DF8EBD-E6B5-3945-B9F7-646DCFEF6054}" type="parTrans" cxnId="{1CB37CC6-97A2-144F-B9EC-67003EC869AE}">
      <dgm:prSet/>
      <dgm:spPr/>
      <dgm:t>
        <a:bodyPr/>
        <a:lstStyle/>
        <a:p>
          <a:endParaRPr lang="ru-RU"/>
        </a:p>
      </dgm:t>
    </dgm:pt>
    <dgm:pt modelId="{F3895BFC-2A73-894B-90E2-2518F13F04FC}" type="sibTrans" cxnId="{1CB37CC6-97A2-144F-B9EC-67003EC869AE}">
      <dgm:prSet/>
      <dgm:spPr/>
      <dgm:t>
        <a:bodyPr/>
        <a:lstStyle/>
        <a:p>
          <a:endParaRPr lang="ru-RU"/>
        </a:p>
      </dgm:t>
    </dgm:pt>
    <dgm:pt modelId="{C22318A2-5998-2148-A190-50313FF3330D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Conflict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detection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in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C39BAA25-D8DC-0046-98FD-8EEFDEA6806E}" type="parTrans" cxnId="{1509088D-2043-7842-9705-875A89FF0608}">
      <dgm:prSet/>
      <dgm:spPr/>
      <dgm:t>
        <a:bodyPr/>
        <a:lstStyle/>
        <a:p>
          <a:endParaRPr lang="ru-RU"/>
        </a:p>
      </dgm:t>
    </dgm:pt>
    <dgm:pt modelId="{4FBC121A-123C-FB49-9CF4-198AC2F822FB}" type="sibTrans" cxnId="{1509088D-2043-7842-9705-875A89FF0608}">
      <dgm:prSet/>
      <dgm:spPr/>
      <dgm:t>
        <a:bodyPr/>
        <a:lstStyle/>
        <a:p>
          <a:endParaRPr lang="ru-RU"/>
        </a:p>
      </dgm:t>
    </dgm:pt>
    <dgm:pt modelId="{6A893D1C-E5A2-754D-870C-766739BCA602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Context-aware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suggestions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2BBBE171-5D45-E24C-A87D-E224BFCB9EFD}" type="parTrans" cxnId="{DE3F61A2-A229-4C49-A4C7-085407A6925B}">
      <dgm:prSet/>
      <dgm:spPr/>
      <dgm:t>
        <a:bodyPr/>
        <a:lstStyle/>
        <a:p>
          <a:endParaRPr lang="ru-RU"/>
        </a:p>
      </dgm:t>
    </dgm:pt>
    <dgm:pt modelId="{A0B2C0D7-C6FA-7F45-A714-5E963EC07603}" type="sibTrans" cxnId="{DE3F61A2-A229-4C49-A4C7-085407A6925B}">
      <dgm:prSet/>
      <dgm:spPr/>
      <dgm:t>
        <a:bodyPr/>
        <a:lstStyle/>
        <a:p>
          <a:endParaRPr lang="ru-RU"/>
        </a:p>
      </dgm:t>
    </dgm:pt>
    <dgm:pt modelId="{8800B6D5-9F75-244E-8190-0C0613AD3C75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adjustments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2FFD38FA-2D5D-CD43-90FB-433C99C9BE18}" type="sibTrans" cxnId="{0B1CE625-3982-1A43-AD42-84568BC9CA60}">
      <dgm:prSet/>
      <dgm:spPr/>
      <dgm:t>
        <a:bodyPr/>
        <a:lstStyle/>
        <a:p>
          <a:endParaRPr lang="ru-RU"/>
        </a:p>
      </dgm:t>
    </dgm:pt>
    <dgm:pt modelId="{92DA651E-F521-EC4F-9842-4D303D64CFC5}" type="parTrans" cxnId="{0B1CE625-3982-1A43-AD42-84568BC9CA60}">
      <dgm:prSet/>
      <dgm:spPr/>
      <dgm:t>
        <a:bodyPr/>
        <a:lstStyle/>
        <a:p>
          <a:endParaRPr lang="ru-RU"/>
        </a:p>
      </dgm:t>
    </dgm:pt>
    <dgm:pt modelId="{D48F2A0D-CFC8-BC49-BE55-FF26065DB113}" type="pres">
      <dgm:prSet presAssocID="{5B0E7F12-2886-D041-B56A-E42D89049825}" presName="Name0" presStyleCnt="0">
        <dgm:presLayoutVars>
          <dgm:dir/>
          <dgm:animLvl val="lvl"/>
          <dgm:resizeHandles val="exact"/>
        </dgm:presLayoutVars>
      </dgm:prSet>
      <dgm:spPr/>
    </dgm:pt>
    <dgm:pt modelId="{C2811CC6-2FB6-F74B-9F67-CB556BF8655D}" type="pres">
      <dgm:prSet presAssocID="{8800B6D5-9F75-244E-8190-0C0613AD3C75}" presName="linNode" presStyleCnt="0"/>
      <dgm:spPr/>
    </dgm:pt>
    <dgm:pt modelId="{AA62DDE4-6DD5-3C4D-B16D-2A74C0AF8079}" type="pres">
      <dgm:prSet presAssocID="{8800B6D5-9F75-244E-8190-0C0613AD3C75}" presName="parentText" presStyleLbl="node1" presStyleIdx="0" presStyleCnt="5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9419E722-7382-9042-9915-786F26F41930}" type="pres">
      <dgm:prSet presAssocID="{2FFD38FA-2D5D-CD43-90FB-433C99C9BE18}" presName="sp" presStyleCnt="0"/>
      <dgm:spPr/>
    </dgm:pt>
    <dgm:pt modelId="{8EFD48FE-B882-0847-BB65-B392DCD51D58}" type="pres">
      <dgm:prSet presAssocID="{245180C3-4340-134C-B9BD-B9495BF0953B}" presName="linNode" presStyleCnt="0"/>
      <dgm:spPr/>
    </dgm:pt>
    <dgm:pt modelId="{0553403D-9A7B-D149-AB3A-88F055D14A5F}" type="pres">
      <dgm:prSet presAssocID="{245180C3-4340-134C-B9BD-B9495BF0953B}" presName="parentText" presStyleLbl="node1" presStyleIdx="1" presStyleCnt="5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F7AC3EDA-7DC0-FC47-8971-DF60F962219E}" type="pres">
      <dgm:prSet presAssocID="{FDA9555E-8E5B-DA40-BB02-7B74E8A9DFB2}" presName="sp" presStyleCnt="0"/>
      <dgm:spPr/>
    </dgm:pt>
    <dgm:pt modelId="{CF635218-A1B7-9F41-981D-71DE1172EDD4}" type="pres">
      <dgm:prSet presAssocID="{62DC5E3F-372B-584F-AA37-001575B8D3C8}" presName="linNode" presStyleCnt="0"/>
      <dgm:spPr/>
    </dgm:pt>
    <dgm:pt modelId="{AA6D69F9-09AD-8E46-B577-C44510E7EA24}" type="pres">
      <dgm:prSet presAssocID="{62DC5E3F-372B-584F-AA37-001575B8D3C8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FB3535D-6ACB-4D4E-A778-AFE56AEE9F58}" type="pres">
      <dgm:prSet presAssocID="{F3895BFC-2A73-894B-90E2-2518F13F04FC}" presName="sp" presStyleCnt="0"/>
      <dgm:spPr/>
    </dgm:pt>
    <dgm:pt modelId="{558EFB35-2D8E-4A44-B3D6-25905E327CE0}" type="pres">
      <dgm:prSet presAssocID="{C22318A2-5998-2148-A190-50313FF3330D}" presName="linNode" presStyleCnt="0"/>
      <dgm:spPr/>
    </dgm:pt>
    <dgm:pt modelId="{0A10E7CA-D3A9-1848-BDC4-A78333C3B1C4}" type="pres">
      <dgm:prSet presAssocID="{C22318A2-5998-2148-A190-50313FF3330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B1219455-8950-464D-B7A2-9D96CD5C9061}" type="pres">
      <dgm:prSet presAssocID="{4FBC121A-123C-FB49-9CF4-198AC2F822FB}" presName="sp" presStyleCnt="0"/>
      <dgm:spPr/>
    </dgm:pt>
    <dgm:pt modelId="{0510F9E0-B26D-2C40-87A4-D01F89F232F8}" type="pres">
      <dgm:prSet presAssocID="{6A893D1C-E5A2-754D-870C-766739BCA602}" presName="linNode" presStyleCnt="0"/>
      <dgm:spPr/>
    </dgm:pt>
    <dgm:pt modelId="{0F948AF9-3017-4349-8061-78DFF0AF54AA}" type="pres">
      <dgm:prSet presAssocID="{6A893D1C-E5A2-754D-870C-766739BCA602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F66CAD1E-572C-0747-AA4C-0C580E011D94}" type="presOf" srcId="{8800B6D5-9F75-244E-8190-0C0613AD3C75}" destId="{AA62DDE4-6DD5-3C4D-B16D-2A74C0AF8079}" srcOrd="0" destOrd="0" presId="urn:microsoft.com/office/officeart/2005/8/layout/vList5"/>
    <dgm:cxn modelId="{0B1CE625-3982-1A43-AD42-84568BC9CA60}" srcId="{5B0E7F12-2886-D041-B56A-E42D89049825}" destId="{8800B6D5-9F75-244E-8190-0C0613AD3C75}" srcOrd="0" destOrd="0" parTransId="{92DA651E-F521-EC4F-9842-4D303D64CFC5}" sibTransId="{2FFD38FA-2D5D-CD43-90FB-433C99C9BE18}"/>
    <dgm:cxn modelId="{A891FD2B-A0F1-E44B-A3E3-6D2507BAC677}" type="presOf" srcId="{C22318A2-5998-2148-A190-50313FF3330D}" destId="{0A10E7CA-D3A9-1848-BDC4-A78333C3B1C4}" srcOrd="0" destOrd="0" presId="urn:microsoft.com/office/officeart/2005/8/layout/vList5"/>
    <dgm:cxn modelId="{7A173F31-7643-A044-8491-B603221927F1}" srcId="{5B0E7F12-2886-D041-B56A-E42D89049825}" destId="{245180C3-4340-134C-B9BD-B9495BF0953B}" srcOrd="1" destOrd="0" parTransId="{D9D9D1F7-43AB-8D4F-94D2-D9F1844F3054}" sibTransId="{FDA9555E-8E5B-DA40-BB02-7B74E8A9DFB2}"/>
    <dgm:cxn modelId="{13C13577-7EC6-1840-BBB5-F050685783DF}" type="presOf" srcId="{62DC5E3F-372B-584F-AA37-001575B8D3C8}" destId="{AA6D69F9-09AD-8E46-B577-C44510E7EA24}" srcOrd="0" destOrd="0" presId="urn:microsoft.com/office/officeart/2005/8/layout/vList5"/>
    <dgm:cxn modelId="{D78FFF77-B405-E641-90E4-88A9EA79C06C}" type="presOf" srcId="{245180C3-4340-134C-B9BD-B9495BF0953B}" destId="{0553403D-9A7B-D149-AB3A-88F055D14A5F}" srcOrd="0" destOrd="0" presId="urn:microsoft.com/office/officeart/2005/8/layout/vList5"/>
    <dgm:cxn modelId="{1509088D-2043-7842-9705-875A89FF0608}" srcId="{5B0E7F12-2886-D041-B56A-E42D89049825}" destId="{C22318A2-5998-2148-A190-50313FF3330D}" srcOrd="3" destOrd="0" parTransId="{C39BAA25-D8DC-0046-98FD-8EEFDEA6806E}" sibTransId="{4FBC121A-123C-FB49-9CF4-198AC2F822FB}"/>
    <dgm:cxn modelId="{129E4993-26C2-7344-AAF4-E68503F6ABB5}" type="presOf" srcId="{5B0E7F12-2886-D041-B56A-E42D89049825}" destId="{D48F2A0D-CFC8-BC49-BE55-FF26065DB113}" srcOrd="0" destOrd="0" presId="urn:microsoft.com/office/officeart/2005/8/layout/vList5"/>
    <dgm:cxn modelId="{DE3F61A2-A229-4C49-A4C7-085407A6925B}" srcId="{5B0E7F12-2886-D041-B56A-E42D89049825}" destId="{6A893D1C-E5A2-754D-870C-766739BCA602}" srcOrd="4" destOrd="0" parTransId="{2BBBE171-5D45-E24C-A87D-E224BFCB9EFD}" sibTransId="{A0B2C0D7-C6FA-7F45-A714-5E963EC07603}"/>
    <dgm:cxn modelId="{1CB37CC6-97A2-144F-B9EC-67003EC869AE}" srcId="{5B0E7F12-2886-D041-B56A-E42D89049825}" destId="{62DC5E3F-372B-584F-AA37-001575B8D3C8}" srcOrd="2" destOrd="0" parTransId="{A3DF8EBD-E6B5-3945-B9F7-646DCFEF6054}" sibTransId="{F3895BFC-2A73-894B-90E2-2518F13F04FC}"/>
    <dgm:cxn modelId="{840A8BCD-5A4C-654D-AEBE-ED778DC11437}" type="presOf" srcId="{6A893D1C-E5A2-754D-870C-766739BCA602}" destId="{0F948AF9-3017-4349-8061-78DFF0AF54AA}" srcOrd="0" destOrd="0" presId="urn:microsoft.com/office/officeart/2005/8/layout/vList5"/>
    <dgm:cxn modelId="{F34C69A3-B255-774F-A527-7EFF2E986CAA}" type="presParOf" srcId="{D48F2A0D-CFC8-BC49-BE55-FF26065DB113}" destId="{C2811CC6-2FB6-F74B-9F67-CB556BF8655D}" srcOrd="0" destOrd="0" presId="urn:microsoft.com/office/officeart/2005/8/layout/vList5"/>
    <dgm:cxn modelId="{F6BFE90F-04C3-C745-A2DC-74645FE01DEB}" type="presParOf" srcId="{C2811CC6-2FB6-F74B-9F67-CB556BF8655D}" destId="{AA62DDE4-6DD5-3C4D-B16D-2A74C0AF8079}" srcOrd="0" destOrd="0" presId="urn:microsoft.com/office/officeart/2005/8/layout/vList5"/>
    <dgm:cxn modelId="{00A808A8-BD3A-464D-9413-58A31C21694E}" type="presParOf" srcId="{D48F2A0D-CFC8-BC49-BE55-FF26065DB113}" destId="{9419E722-7382-9042-9915-786F26F41930}" srcOrd="1" destOrd="0" presId="urn:microsoft.com/office/officeart/2005/8/layout/vList5"/>
    <dgm:cxn modelId="{3B16413E-16C3-3D46-A0F6-B82613EE9F57}" type="presParOf" srcId="{D48F2A0D-CFC8-BC49-BE55-FF26065DB113}" destId="{8EFD48FE-B882-0847-BB65-B392DCD51D58}" srcOrd="2" destOrd="0" presId="urn:microsoft.com/office/officeart/2005/8/layout/vList5"/>
    <dgm:cxn modelId="{F3BF114E-67C3-1F4D-B8DF-3E59A3F84191}" type="presParOf" srcId="{8EFD48FE-B882-0847-BB65-B392DCD51D58}" destId="{0553403D-9A7B-D149-AB3A-88F055D14A5F}" srcOrd="0" destOrd="0" presId="urn:microsoft.com/office/officeart/2005/8/layout/vList5"/>
    <dgm:cxn modelId="{E7A22B05-DB45-3F4A-8D9F-3CB127583DA8}" type="presParOf" srcId="{D48F2A0D-CFC8-BC49-BE55-FF26065DB113}" destId="{F7AC3EDA-7DC0-FC47-8971-DF60F962219E}" srcOrd="3" destOrd="0" presId="urn:microsoft.com/office/officeart/2005/8/layout/vList5"/>
    <dgm:cxn modelId="{C636E732-2E03-B846-8857-E9D759E3AF56}" type="presParOf" srcId="{D48F2A0D-CFC8-BC49-BE55-FF26065DB113}" destId="{CF635218-A1B7-9F41-981D-71DE1172EDD4}" srcOrd="4" destOrd="0" presId="urn:microsoft.com/office/officeart/2005/8/layout/vList5"/>
    <dgm:cxn modelId="{05F06309-F8C5-404F-BFAE-E8EBC15249FF}" type="presParOf" srcId="{CF635218-A1B7-9F41-981D-71DE1172EDD4}" destId="{AA6D69F9-09AD-8E46-B577-C44510E7EA24}" srcOrd="0" destOrd="0" presId="urn:microsoft.com/office/officeart/2005/8/layout/vList5"/>
    <dgm:cxn modelId="{64086991-D7C9-2344-9BD9-425B569872AF}" type="presParOf" srcId="{D48F2A0D-CFC8-BC49-BE55-FF26065DB113}" destId="{BFB3535D-6ACB-4D4E-A778-AFE56AEE9F58}" srcOrd="5" destOrd="0" presId="urn:microsoft.com/office/officeart/2005/8/layout/vList5"/>
    <dgm:cxn modelId="{49503213-EE27-164B-A310-4B4D09C807AA}" type="presParOf" srcId="{D48F2A0D-CFC8-BC49-BE55-FF26065DB113}" destId="{558EFB35-2D8E-4A44-B3D6-25905E327CE0}" srcOrd="6" destOrd="0" presId="urn:microsoft.com/office/officeart/2005/8/layout/vList5"/>
    <dgm:cxn modelId="{3E9294FE-4532-EE4A-B1BE-3DE39DEA269D}" type="presParOf" srcId="{558EFB35-2D8E-4A44-B3D6-25905E327CE0}" destId="{0A10E7CA-D3A9-1848-BDC4-A78333C3B1C4}" srcOrd="0" destOrd="0" presId="urn:microsoft.com/office/officeart/2005/8/layout/vList5"/>
    <dgm:cxn modelId="{AFB6A0E9-C5D2-AB4A-8C1B-3AA3B053C9B2}" type="presParOf" srcId="{D48F2A0D-CFC8-BC49-BE55-FF26065DB113}" destId="{B1219455-8950-464D-B7A2-9D96CD5C9061}" srcOrd="7" destOrd="0" presId="urn:microsoft.com/office/officeart/2005/8/layout/vList5"/>
    <dgm:cxn modelId="{7C7F8030-CDCB-784D-99B3-693150EB7E1C}" type="presParOf" srcId="{D48F2A0D-CFC8-BC49-BE55-FF26065DB113}" destId="{0510F9E0-B26D-2C40-87A4-D01F89F232F8}" srcOrd="8" destOrd="0" presId="urn:microsoft.com/office/officeart/2005/8/layout/vList5"/>
    <dgm:cxn modelId="{CE262F30-649C-EF4C-B6B7-D0169F003986}" type="presParOf" srcId="{0510F9E0-B26D-2C40-87A4-D01F89F232F8}" destId="{0F948AF9-3017-4349-8061-78DFF0AF54A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EFB17F-0F17-974A-BC9B-3545A0C09BB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914B0B-6854-4B47-B446-19AA68188CB3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Daily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mood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check-ins</a:t>
          </a:r>
          <a:endParaRPr lang="ru-UA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gm:t>
    </dgm:pt>
    <dgm:pt modelId="{0A120177-6AC0-1046-86A3-DCA93E335049}" type="parTrans" cxnId="{9A23C560-FE79-9740-A9B2-5111A4CF80FA}">
      <dgm:prSet/>
      <dgm:spPr/>
      <dgm:t>
        <a:bodyPr/>
        <a:lstStyle/>
        <a:p>
          <a:endParaRPr lang="ru-RU"/>
        </a:p>
      </dgm:t>
    </dgm:pt>
    <dgm:pt modelId="{DA8F8856-49E3-3D4B-A0D5-364D76AE81A9}" type="sibTrans" cxnId="{9A23C560-FE79-9740-A9B2-5111A4CF80FA}">
      <dgm:prSet/>
      <dgm:spPr/>
      <dgm:t>
        <a:bodyPr/>
        <a:lstStyle/>
        <a:p>
          <a:endParaRPr lang="ru-RU"/>
        </a:p>
      </dgm:t>
    </dgm:pt>
    <dgm:pt modelId="{CD765C5A-4618-8948-AEC0-9D3A0049FAC8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Light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conversation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voice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chat</a:t>
          </a:r>
          <a:endParaRPr lang="ru-UA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gm:t>
    </dgm:pt>
    <dgm:pt modelId="{7E36BC07-28F7-064F-8757-26A73544C20C}" type="parTrans" cxnId="{E7A127DF-B93E-604C-8637-84F7C6970196}">
      <dgm:prSet/>
      <dgm:spPr/>
      <dgm:t>
        <a:bodyPr/>
        <a:lstStyle/>
        <a:p>
          <a:endParaRPr lang="ru-RU"/>
        </a:p>
      </dgm:t>
    </dgm:pt>
    <dgm:pt modelId="{8B182148-3249-5C4B-B478-C072C705ECFA}" type="sibTrans" cxnId="{E7A127DF-B93E-604C-8637-84F7C6970196}">
      <dgm:prSet/>
      <dgm:spPr/>
      <dgm:t>
        <a:bodyPr/>
        <a:lstStyle/>
        <a:p>
          <a:endParaRPr lang="ru-RU"/>
        </a:p>
      </dgm:t>
    </dgm:pt>
    <dgm:pt modelId="{4DF9F3C2-50B0-8341-849D-FC55BA21E4F4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Weather-based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suggestions</a:t>
          </a:r>
          <a:endParaRPr lang="ru-UA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gm:t>
    </dgm:pt>
    <dgm:pt modelId="{EAA31F04-5386-2944-9804-24336C4ECBD9}" type="parTrans" cxnId="{175CB899-A10E-5945-ABF4-1C96D4167B4C}">
      <dgm:prSet/>
      <dgm:spPr/>
      <dgm:t>
        <a:bodyPr/>
        <a:lstStyle/>
        <a:p>
          <a:endParaRPr lang="ru-RU"/>
        </a:p>
      </dgm:t>
    </dgm:pt>
    <dgm:pt modelId="{81FC0716-DC32-E344-ACAF-7E14EBCFFCF9}" type="sibTrans" cxnId="{175CB899-A10E-5945-ABF4-1C96D4167B4C}">
      <dgm:prSet/>
      <dgm:spPr/>
      <dgm:t>
        <a:bodyPr/>
        <a:lstStyle/>
        <a:p>
          <a:endParaRPr lang="ru-RU"/>
        </a:p>
      </dgm:t>
    </dgm:pt>
    <dgm:pt modelId="{280B1E5E-C00E-3E4D-88E8-1753C06C0C49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Motivational tips</a:t>
          </a:r>
          <a:endParaRPr lang="ru-UA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gm:t>
    </dgm:pt>
    <dgm:pt modelId="{65EA360E-61BC-504C-8394-ED31E3AE69CE}" type="parTrans" cxnId="{D44E6B59-18DD-1847-8E86-9AB4EB1B1142}">
      <dgm:prSet/>
      <dgm:spPr/>
      <dgm:t>
        <a:bodyPr/>
        <a:lstStyle/>
        <a:p>
          <a:endParaRPr lang="ru-RU"/>
        </a:p>
      </dgm:t>
    </dgm:pt>
    <dgm:pt modelId="{0324F0E8-A1AE-D640-A20A-C2C229AD9EE1}" type="sibTrans" cxnId="{D44E6B59-18DD-1847-8E86-9AB4EB1B1142}">
      <dgm:prSet/>
      <dgm:spPr/>
      <dgm:t>
        <a:bodyPr/>
        <a:lstStyle/>
        <a:p>
          <a:endParaRPr lang="ru-RU"/>
        </a:p>
      </dgm:t>
    </dgm:pt>
    <dgm:pt modelId="{D5232629-F55B-0D4C-99B7-BEE9C367DC32}">
      <dgm:prSet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Quick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personal</a:t>
          </a:r>
          <a:r>
            <a:rPr lang="sk-SK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advice</a:t>
          </a:r>
          <a:endParaRPr lang="ru-UA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gm:t>
    </dgm:pt>
    <dgm:pt modelId="{A4E5235F-379D-0648-8634-A66C94B520F1}" type="parTrans" cxnId="{2FCAE6C2-198C-5E48-8FC3-468C4FF90DB7}">
      <dgm:prSet/>
      <dgm:spPr/>
      <dgm:t>
        <a:bodyPr/>
        <a:lstStyle/>
        <a:p>
          <a:endParaRPr lang="ru-RU"/>
        </a:p>
      </dgm:t>
    </dgm:pt>
    <dgm:pt modelId="{4DA1700F-E5C8-6147-8206-3D57F77E042F}" type="sibTrans" cxnId="{2FCAE6C2-198C-5E48-8FC3-468C4FF90DB7}">
      <dgm:prSet/>
      <dgm:spPr/>
      <dgm:t>
        <a:bodyPr/>
        <a:lstStyle/>
        <a:p>
          <a:endParaRPr lang="ru-RU"/>
        </a:p>
      </dgm:t>
    </dgm:pt>
    <dgm:pt modelId="{AF759E93-1963-E847-801A-A4CD35A5B5E0}" type="pres">
      <dgm:prSet presAssocID="{93EFB17F-0F17-974A-BC9B-3545A0C09BB1}" presName="Name0" presStyleCnt="0">
        <dgm:presLayoutVars>
          <dgm:dir/>
          <dgm:animLvl val="lvl"/>
          <dgm:resizeHandles val="exact"/>
        </dgm:presLayoutVars>
      </dgm:prSet>
      <dgm:spPr/>
    </dgm:pt>
    <dgm:pt modelId="{76CF4C45-F6E2-C24F-AFC9-DB6D7B4AF83E}" type="pres">
      <dgm:prSet presAssocID="{57914B0B-6854-4B47-B446-19AA68188CB3}" presName="linNode" presStyleCnt="0"/>
      <dgm:spPr/>
    </dgm:pt>
    <dgm:pt modelId="{CC299060-6728-A44C-B5C9-0E94B6084A6A}" type="pres">
      <dgm:prSet presAssocID="{57914B0B-6854-4B47-B446-19AA68188CB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C1CD2200-5CC0-964A-89CE-C923161B7E20}" type="pres">
      <dgm:prSet presAssocID="{DA8F8856-49E3-3D4B-A0D5-364D76AE81A9}" presName="sp" presStyleCnt="0"/>
      <dgm:spPr/>
    </dgm:pt>
    <dgm:pt modelId="{99696C01-310D-8145-82DC-2970DA83EE92}" type="pres">
      <dgm:prSet presAssocID="{CD765C5A-4618-8948-AEC0-9D3A0049FAC8}" presName="linNode" presStyleCnt="0"/>
      <dgm:spPr/>
    </dgm:pt>
    <dgm:pt modelId="{6A68BD59-1BDD-6F41-B5B0-B8E724A70E9F}" type="pres">
      <dgm:prSet presAssocID="{CD765C5A-4618-8948-AEC0-9D3A0049FAC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AD113B7-AAC9-0241-9189-62B90E17FDB4}" type="pres">
      <dgm:prSet presAssocID="{8B182148-3249-5C4B-B478-C072C705ECFA}" presName="sp" presStyleCnt="0"/>
      <dgm:spPr/>
    </dgm:pt>
    <dgm:pt modelId="{0F59BAE4-A724-D649-8B95-9D9719CF46F7}" type="pres">
      <dgm:prSet presAssocID="{4DF9F3C2-50B0-8341-849D-FC55BA21E4F4}" presName="linNode" presStyleCnt="0"/>
      <dgm:spPr/>
    </dgm:pt>
    <dgm:pt modelId="{7B0E887F-400A-0542-871C-8877FE4A1D5C}" type="pres">
      <dgm:prSet presAssocID="{4DF9F3C2-50B0-8341-849D-FC55BA21E4F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0FBB4E8-1C7D-854A-8698-AD760836E3F9}" type="pres">
      <dgm:prSet presAssocID="{81FC0716-DC32-E344-ACAF-7E14EBCFFCF9}" presName="sp" presStyleCnt="0"/>
      <dgm:spPr/>
    </dgm:pt>
    <dgm:pt modelId="{CE5F8425-5212-C743-BE71-B16799F12E3F}" type="pres">
      <dgm:prSet presAssocID="{280B1E5E-C00E-3E4D-88E8-1753C06C0C49}" presName="linNode" presStyleCnt="0"/>
      <dgm:spPr/>
    </dgm:pt>
    <dgm:pt modelId="{85E17D2E-622A-FC45-9610-752878F0052C}" type="pres">
      <dgm:prSet presAssocID="{280B1E5E-C00E-3E4D-88E8-1753C06C0C4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7E66F45B-FA6F-124B-8180-BF4670237BFE}" type="pres">
      <dgm:prSet presAssocID="{0324F0E8-A1AE-D640-A20A-C2C229AD9EE1}" presName="sp" presStyleCnt="0"/>
      <dgm:spPr/>
    </dgm:pt>
    <dgm:pt modelId="{7ED28673-55CA-7B43-AA10-A0EAB00D995B}" type="pres">
      <dgm:prSet presAssocID="{D5232629-F55B-0D4C-99B7-BEE9C367DC32}" presName="linNode" presStyleCnt="0"/>
      <dgm:spPr/>
    </dgm:pt>
    <dgm:pt modelId="{34CF6EB6-3992-5B47-85E8-956D53E29F4E}" type="pres">
      <dgm:prSet presAssocID="{D5232629-F55B-0D4C-99B7-BEE9C367DC32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4CBDD601-19DD-BC4F-A275-300D10301D21}" type="presOf" srcId="{D5232629-F55B-0D4C-99B7-BEE9C367DC32}" destId="{34CF6EB6-3992-5B47-85E8-956D53E29F4E}" srcOrd="0" destOrd="0" presId="urn:microsoft.com/office/officeart/2005/8/layout/vList5"/>
    <dgm:cxn modelId="{FFC2A917-C831-2043-81F8-5E1224853651}" type="presOf" srcId="{57914B0B-6854-4B47-B446-19AA68188CB3}" destId="{CC299060-6728-A44C-B5C9-0E94B6084A6A}" srcOrd="0" destOrd="0" presId="urn:microsoft.com/office/officeart/2005/8/layout/vList5"/>
    <dgm:cxn modelId="{6E8ADF40-77AF-E64C-A49C-87BDDA6468AC}" type="presOf" srcId="{CD765C5A-4618-8948-AEC0-9D3A0049FAC8}" destId="{6A68BD59-1BDD-6F41-B5B0-B8E724A70E9F}" srcOrd="0" destOrd="0" presId="urn:microsoft.com/office/officeart/2005/8/layout/vList5"/>
    <dgm:cxn modelId="{2350AF53-FDE5-BB4F-A328-06DD763773D0}" type="presOf" srcId="{280B1E5E-C00E-3E4D-88E8-1753C06C0C49}" destId="{85E17D2E-622A-FC45-9610-752878F0052C}" srcOrd="0" destOrd="0" presId="urn:microsoft.com/office/officeart/2005/8/layout/vList5"/>
    <dgm:cxn modelId="{D44E6B59-18DD-1847-8E86-9AB4EB1B1142}" srcId="{93EFB17F-0F17-974A-BC9B-3545A0C09BB1}" destId="{280B1E5E-C00E-3E4D-88E8-1753C06C0C49}" srcOrd="3" destOrd="0" parTransId="{65EA360E-61BC-504C-8394-ED31E3AE69CE}" sibTransId="{0324F0E8-A1AE-D640-A20A-C2C229AD9EE1}"/>
    <dgm:cxn modelId="{9A23C560-FE79-9740-A9B2-5111A4CF80FA}" srcId="{93EFB17F-0F17-974A-BC9B-3545A0C09BB1}" destId="{57914B0B-6854-4B47-B446-19AA68188CB3}" srcOrd="0" destOrd="0" parTransId="{0A120177-6AC0-1046-86A3-DCA93E335049}" sibTransId="{DA8F8856-49E3-3D4B-A0D5-364D76AE81A9}"/>
    <dgm:cxn modelId="{7CF0836E-A317-2243-8790-7AFF914F10E2}" type="presOf" srcId="{93EFB17F-0F17-974A-BC9B-3545A0C09BB1}" destId="{AF759E93-1963-E847-801A-A4CD35A5B5E0}" srcOrd="0" destOrd="0" presId="urn:microsoft.com/office/officeart/2005/8/layout/vList5"/>
    <dgm:cxn modelId="{8AA48F6F-A494-C246-9EFA-2238DF27C282}" type="presOf" srcId="{4DF9F3C2-50B0-8341-849D-FC55BA21E4F4}" destId="{7B0E887F-400A-0542-871C-8877FE4A1D5C}" srcOrd="0" destOrd="0" presId="urn:microsoft.com/office/officeart/2005/8/layout/vList5"/>
    <dgm:cxn modelId="{175CB899-A10E-5945-ABF4-1C96D4167B4C}" srcId="{93EFB17F-0F17-974A-BC9B-3545A0C09BB1}" destId="{4DF9F3C2-50B0-8341-849D-FC55BA21E4F4}" srcOrd="2" destOrd="0" parTransId="{EAA31F04-5386-2944-9804-24336C4ECBD9}" sibTransId="{81FC0716-DC32-E344-ACAF-7E14EBCFFCF9}"/>
    <dgm:cxn modelId="{2FCAE6C2-198C-5E48-8FC3-468C4FF90DB7}" srcId="{93EFB17F-0F17-974A-BC9B-3545A0C09BB1}" destId="{D5232629-F55B-0D4C-99B7-BEE9C367DC32}" srcOrd="4" destOrd="0" parTransId="{A4E5235F-379D-0648-8634-A66C94B520F1}" sibTransId="{4DA1700F-E5C8-6147-8206-3D57F77E042F}"/>
    <dgm:cxn modelId="{E7A127DF-B93E-604C-8637-84F7C6970196}" srcId="{93EFB17F-0F17-974A-BC9B-3545A0C09BB1}" destId="{CD765C5A-4618-8948-AEC0-9D3A0049FAC8}" srcOrd="1" destOrd="0" parTransId="{7E36BC07-28F7-064F-8757-26A73544C20C}" sibTransId="{8B182148-3249-5C4B-B478-C072C705ECFA}"/>
    <dgm:cxn modelId="{3AB1D615-F2B8-1847-A005-795723AD38DC}" type="presParOf" srcId="{AF759E93-1963-E847-801A-A4CD35A5B5E0}" destId="{76CF4C45-F6E2-C24F-AFC9-DB6D7B4AF83E}" srcOrd="0" destOrd="0" presId="urn:microsoft.com/office/officeart/2005/8/layout/vList5"/>
    <dgm:cxn modelId="{B9A13A69-088B-CA4F-92BC-E76283AFA981}" type="presParOf" srcId="{76CF4C45-F6E2-C24F-AFC9-DB6D7B4AF83E}" destId="{CC299060-6728-A44C-B5C9-0E94B6084A6A}" srcOrd="0" destOrd="0" presId="urn:microsoft.com/office/officeart/2005/8/layout/vList5"/>
    <dgm:cxn modelId="{B03A8A55-C8EA-5549-B93F-5A9E73D88E4A}" type="presParOf" srcId="{AF759E93-1963-E847-801A-A4CD35A5B5E0}" destId="{C1CD2200-5CC0-964A-89CE-C923161B7E20}" srcOrd="1" destOrd="0" presId="urn:microsoft.com/office/officeart/2005/8/layout/vList5"/>
    <dgm:cxn modelId="{19D148A9-A52F-1141-BAE7-37D67A6B7026}" type="presParOf" srcId="{AF759E93-1963-E847-801A-A4CD35A5B5E0}" destId="{99696C01-310D-8145-82DC-2970DA83EE92}" srcOrd="2" destOrd="0" presId="urn:microsoft.com/office/officeart/2005/8/layout/vList5"/>
    <dgm:cxn modelId="{408B3D3E-5AA7-1C46-A782-BFF11BF94B7D}" type="presParOf" srcId="{99696C01-310D-8145-82DC-2970DA83EE92}" destId="{6A68BD59-1BDD-6F41-B5B0-B8E724A70E9F}" srcOrd="0" destOrd="0" presId="urn:microsoft.com/office/officeart/2005/8/layout/vList5"/>
    <dgm:cxn modelId="{069A2547-85C4-2A40-B73E-17EC4CECC78C}" type="presParOf" srcId="{AF759E93-1963-E847-801A-A4CD35A5B5E0}" destId="{2AD113B7-AAC9-0241-9189-62B90E17FDB4}" srcOrd="3" destOrd="0" presId="urn:microsoft.com/office/officeart/2005/8/layout/vList5"/>
    <dgm:cxn modelId="{00785D9F-C9CD-B94A-8838-E853F7E7E3E6}" type="presParOf" srcId="{AF759E93-1963-E847-801A-A4CD35A5B5E0}" destId="{0F59BAE4-A724-D649-8B95-9D9719CF46F7}" srcOrd="4" destOrd="0" presId="urn:microsoft.com/office/officeart/2005/8/layout/vList5"/>
    <dgm:cxn modelId="{E94EBDB9-AD1E-3949-9F91-2CDC7596EBFF}" type="presParOf" srcId="{0F59BAE4-A724-D649-8B95-9D9719CF46F7}" destId="{7B0E887F-400A-0542-871C-8877FE4A1D5C}" srcOrd="0" destOrd="0" presId="urn:microsoft.com/office/officeart/2005/8/layout/vList5"/>
    <dgm:cxn modelId="{243CF255-A861-BC40-8FD5-29EFA96EFEB5}" type="presParOf" srcId="{AF759E93-1963-E847-801A-A4CD35A5B5E0}" destId="{20FBB4E8-1C7D-854A-8698-AD760836E3F9}" srcOrd="5" destOrd="0" presId="urn:microsoft.com/office/officeart/2005/8/layout/vList5"/>
    <dgm:cxn modelId="{C23BBEA4-1D09-FF4A-9C32-A7C59BF49539}" type="presParOf" srcId="{AF759E93-1963-E847-801A-A4CD35A5B5E0}" destId="{CE5F8425-5212-C743-BE71-B16799F12E3F}" srcOrd="6" destOrd="0" presId="urn:microsoft.com/office/officeart/2005/8/layout/vList5"/>
    <dgm:cxn modelId="{0DA6E951-7B6E-B945-BFC0-0C1AB94BDFEA}" type="presParOf" srcId="{CE5F8425-5212-C743-BE71-B16799F12E3F}" destId="{85E17D2E-622A-FC45-9610-752878F0052C}" srcOrd="0" destOrd="0" presId="urn:microsoft.com/office/officeart/2005/8/layout/vList5"/>
    <dgm:cxn modelId="{B33EE336-3972-D34F-8C50-D52CD429CAAD}" type="presParOf" srcId="{AF759E93-1963-E847-801A-A4CD35A5B5E0}" destId="{7E66F45B-FA6F-124B-8180-BF4670237BFE}" srcOrd="7" destOrd="0" presId="urn:microsoft.com/office/officeart/2005/8/layout/vList5"/>
    <dgm:cxn modelId="{8C3617D6-65EF-4440-83C7-0E1A86885E8B}" type="presParOf" srcId="{AF759E93-1963-E847-801A-A4CD35A5B5E0}" destId="{7ED28673-55CA-7B43-AA10-A0EAB00D995B}" srcOrd="8" destOrd="0" presId="urn:microsoft.com/office/officeart/2005/8/layout/vList5"/>
    <dgm:cxn modelId="{3AF317DD-BF78-9944-8C00-C2A7BEB5EA39}" type="presParOf" srcId="{7ED28673-55CA-7B43-AA10-A0EAB00D995B}" destId="{34CF6EB6-3992-5B47-85E8-956D53E29F4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0E7F12-2886-D041-B56A-E42D890498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45180C3-4340-134C-B9BD-B9495BF0953B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Daily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summaries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next-day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plans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D9D9D1F7-43AB-8D4F-94D2-D9F1844F3054}" type="parTrans" cxnId="{7A173F31-7643-A044-8491-B603221927F1}">
      <dgm:prSet/>
      <dgm:spPr/>
      <dgm:t>
        <a:bodyPr/>
        <a:lstStyle/>
        <a:p>
          <a:endParaRPr lang="ru-RU"/>
        </a:p>
      </dgm:t>
    </dgm:pt>
    <dgm:pt modelId="{FDA9555E-8E5B-DA40-BB02-7B74E8A9DFB2}" type="sibTrans" cxnId="{7A173F31-7643-A044-8491-B603221927F1}">
      <dgm:prSet/>
      <dgm:spPr/>
      <dgm:t>
        <a:bodyPr/>
        <a:lstStyle/>
        <a:p>
          <a:endParaRPr lang="ru-RU"/>
        </a:p>
      </dgm:t>
    </dgm:pt>
    <dgm:pt modelId="{62DC5E3F-372B-584F-AA37-001575B8D3C8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Event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creation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reminders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A3DF8EBD-E6B5-3945-B9F7-646DCFEF6054}" type="parTrans" cxnId="{1CB37CC6-97A2-144F-B9EC-67003EC869AE}">
      <dgm:prSet/>
      <dgm:spPr/>
      <dgm:t>
        <a:bodyPr/>
        <a:lstStyle/>
        <a:p>
          <a:endParaRPr lang="ru-RU"/>
        </a:p>
      </dgm:t>
    </dgm:pt>
    <dgm:pt modelId="{F3895BFC-2A73-894B-90E2-2518F13F04FC}" type="sibTrans" cxnId="{1CB37CC6-97A2-144F-B9EC-67003EC869AE}">
      <dgm:prSet/>
      <dgm:spPr/>
      <dgm:t>
        <a:bodyPr/>
        <a:lstStyle/>
        <a:p>
          <a:endParaRPr lang="ru-RU"/>
        </a:p>
      </dgm:t>
    </dgm:pt>
    <dgm:pt modelId="{C22318A2-5998-2148-A190-50313FF3330D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Conflict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detection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in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C39BAA25-D8DC-0046-98FD-8EEFDEA6806E}" type="parTrans" cxnId="{1509088D-2043-7842-9705-875A89FF0608}">
      <dgm:prSet/>
      <dgm:spPr/>
      <dgm:t>
        <a:bodyPr/>
        <a:lstStyle/>
        <a:p>
          <a:endParaRPr lang="ru-RU"/>
        </a:p>
      </dgm:t>
    </dgm:pt>
    <dgm:pt modelId="{4FBC121A-123C-FB49-9CF4-198AC2F822FB}" type="sibTrans" cxnId="{1509088D-2043-7842-9705-875A89FF0608}">
      <dgm:prSet/>
      <dgm:spPr/>
      <dgm:t>
        <a:bodyPr/>
        <a:lstStyle/>
        <a:p>
          <a:endParaRPr lang="ru-RU"/>
        </a:p>
      </dgm:t>
    </dgm:pt>
    <dgm:pt modelId="{6A893D1C-E5A2-754D-870C-766739BCA602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Context-aware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suggestions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2BBBE171-5D45-E24C-A87D-E224BFCB9EFD}" type="parTrans" cxnId="{DE3F61A2-A229-4C49-A4C7-085407A6925B}">
      <dgm:prSet/>
      <dgm:spPr/>
      <dgm:t>
        <a:bodyPr/>
        <a:lstStyle/>
        <a:p>
          <a:endParaRPr lang="ru-RU"/>
        </a:p>
      </dgm:t>
    </dgm:pt>
    <dgm:pt modelId="{A0B2C0D7-C6FA-7F45-A714-5E963EC07603}" type="sibTrans" cxnId="{DE3F61A2-A229-4C49-A4C7-085407A6925B}">
      <dgm:prSet/>
      <dgm:spPr/>
      <dgm:t>
        <a:bodyPr/>
        <a:lstStyle/>
        <a:p>
          <a:endParaRPr lang="ru-RU"/>
        </a:p>
      </dgm:t>
    </dgm:pt>
    <dgm:pt modelId="{8800B6D5-9F75-244E-8190-0C0613AD3C75}">
      <dgm:prSet custT="1"/>
      <dgm:spPr>
        <a:solidFill>
          <a:srgbClr val="93255B"/>
        </a:solidFill>
        <a:ln>
          <a:noFill/>
        </a:ln>
      </dgm:spPr>
      <dgm:t>
        <a:bodyPr/>
        <a:lstStyle/>
        <a:p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r>
            <a:rPr lang="sk-SK" sz="2000" b="1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adjustments</a:t>
          </a:r>
          <a:endParaRPr lang="ru-UA" sz="2000" b="1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gm:t>
    </dgm:pt>
    <dgm:pt modelId="{2FFD38FA-2D5D-CD43-90FB-433C99C9BE18}" type="sibTrans" cxnId="{0B1CE625-3982-1A43-AD42-84568BC9CA60}">
      <dgm:prSet/>
      <dgm:spPr/>
      <dgm:t>
        <a:bodyPr/>
        <a:lstStyle/>
        <a:p>
          <a:endParaRPr lang="ru-RU"/>
        </a:p>
      </dgm:t>
    </dgm:pt>
    <dgm:pt modelId="{92DA651E-F521-EC4F-9842-4D303D64CFC5}" type="parTrans" cxnId="{0B1CE625-3982-1A43-AD42-84568BC9CA60}">
      <dgm:prSet/>
      <dgm:spPr/>
      <dgm:t>
        <a:bodyPr/>
        <a:lstStyle/>
        <a:p>
          <a:endParaRPr lang="ru-RU"/>
        </a:p>
      </dgm:t>
    </dgm:pt>
    <dgm:pt modelId="{D48F2A0D-CFC8-BC49-BE55-FF26065DB113}" type="pres">
      <dgm:prSet presAssocID="{5B0E7F12-2886-D041-B56A-E42D89049825}" presName="Name0" presStyleCnt="0">
        <dgm:presLayoutVars>
          <dgm:dir/>
          <dgm:animLvl val="lvl"/>
          <dgm:resizeHandles val="exact"/>
        </dgm:presLayoutVars>
      </dgm:prSet>
      <dgm:spPr/>
    </dgm:pt>
    <dgm:pt modelId="{C2811CC6-2FB6-F74B-9F67-CB556BF8655D}" type="pres">
      <dgm:prSet presAssocID="{8800B6D5-9F75-244E-8190-0C0613AD3C75}" presName="linNode" presStyleCnt="0"/>
      <dgm:spPr/>
    </dgm:pt>
    <dgm:pt modelId="{AA62DDE4-6DD5-3C4D-B16D-2A74C0AF8079}" type="pres">
      <dgm:prSet presAssocID="{8800B6D5-9F75-244E-8190-0C0613AD3C75}" presName="parentText" presStyleLbl="node1" presStyleIdx="0" presStyleCnt="5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9419E722-7382-9042-9915-786F26F41930}" type="pres">
      <dgm:prSet presAssocID="{2FFD38FA-2D5D-CD43-90FB-433C99C9BE18}" presName="sp" presStyleCnt="0"/>
      <dgm:spPr/>
    </dgm:pt>
    <dgm:pt modelId="{8EFD48FE-B882-0847-BB65-B392DCD51D58}" type="pres">
      <dgm:prSet presAssocID="{245180C3-4340-134C-B9BD-B9495BF0953B}" presName="linNode" presStyleCnt="0"/>
      <dgm:spPr/>
    </dgm:pt>
    <dgm:pt modelId="{0553403D-9A7B-D149-AB3A-88F055D14A5F}" type="pres">
      <dgm:prSet presAssocID="{245180C3-4340-134C-B9BD-B9495BF0953B}" presName="parentText" presStyleLbl="node1" presStyleIdx="1" presStyleCnt="5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F7AC3EDA-7DC0-FC47-8971-DF60F962219E}" type="pres">
      <dgm:prSet presAssocID="{FDA9555E-8E5B-DA40-BB02-7B74E8A9DFB2}" presName="sp" presStyleCnt="0"/>
      <dgm:spPr/>
    </dgm:pt>
    <dgm:pt modelId="{CF635218-A1B7-9F41-981D-71DE1172EDD4}" type="pres">
      <dgm:prSet presAssocID="{62DC5E3F-372B-584F-AA37-001575B8D3C8}" presName="linNode" presStyleCnt="0"/>
      <dgm:spPr/>
    </dgm:pt>
    <dgm:pt modelId="{AA6D69F9-09AD-8E46-B577-C44510E7EA24}" type="pres">
      <dgm:prSet presAssocID="{62DC5E3F-372B-584F-AA37-001575B8D3C8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FB3535D-6ACB-4D4E-A778-AFE56AEE9F58}" type="pres">
      <dgm:prSet presAssocID="{F3895BFC-2A73-894B-90E2-2518F13F04FC}" presName="sp" presStyleCnt="0"/>
      <dgm:spPr/>
    </dgm:pt>
    <dgm:pt modelId="{558EFB35-2D8E-4A44-B3D6-25905E327CE0}" type="pres">
      <dgm:prSet presAssocID="{C22318A2-5998-2148-A190-50313FF3330D}" presName="linNode" presStyleCnt="0"/>
      <dgm:spPr/>
    </dgm:pt>
    <dgm:pt modelId="{0A10E7CA-D3A9-1848-BDC4-A78333C3B1C4}" type="pres">
      <dgm:prSet presAssocID="{C22318A2-5998-2148-A190-50313FF3330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B1219455-8950-464D-B7A2-9D96CD5C9061}" type="pres">
      <dgm:prSet presAssocID="{4FBC121A-123C-FB49-9CF4-198AC2F822FB}" presName="sp" presStyleCnt="0"/>
      <dgm:spPr/>
    </dgm:pt>
    <dgm:pt modelId="{0510F9E0-B26D-2C40-87A4-D01F89F232F8}" type="pres">
      <dgm:prSet presAssocID="{6A893D1C-E5A2-754D-870C-766739BCA602}" presName="linNode" presStyleCnt="0"/>
      <dgm:spPr/>
    </dgm:pt>
    <dgm:pt modelId="{0F948AF9-3017-4349-8061-78DFF0AF54AA}" type="pres">
      <dgm:prSet presAssocID="{6A893D1C-E5A2-754D-870C-766739BCA602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F66CAD1E-572C-0747-AA4C-0C580E011D94}" type="presOf" srcId="{8800B6D5-9F75-244E-8190-0C0613AD3C75}" destId="{AA62DDE4-6DD5-3C4D-B16D-2A74C0AF8079}" srcOrd="0" destOrd="0" presId="urn:microsoft.com/office/officeart/2005/8/layout/vList5"/>
    <dgm:cxn modelId="{0B1CE625-3982-1A43-AD42-84568BC9CA60}" srcId="{5B0E7F12-2886-D041-B56A-E42D89049825}" destId="{8800B6D5-9F75-244E-8190-0C0613AD3C75}" srcOrd="0" destOrd="0" parTransId="{92DA651E-F521-EC4F-9842-4D303D64CFC5}" sibTransId="{2FFD38FA-2D5D-CD43-90FB-433C99C9BE18}"/>
    <dgm:cxn modelId="{A891FD2B-A0F1-E44B-A3E3-6D2507BAC677}" type="presOf" srcId="{C22318A2-5998-2148-A190-50313FF3330D}" destId="{0A10E7CA-D3A9-1848-BDC4-A78333C3B1C4}" srcOrd="0" destOrd="0" presId="urn:microsoft.com/office/officeart/2005/8/layout/vList5"/>
    <dgm:cxn modelId="{7A173F31-7643-A044-8491-B603221927F1}" srcId="{5B0E7F12-2886-D041-B56A-E42D89049825}" destId="{245180C3-4340-134C-B9BD-B9495BF0953B}" srcOrd="1" destOrd="0" parTransId="{D9D9D1F7-43AB-8D4F-94D2-D9F1844F3054}" sibTransId="{FDA9555E-8E5B-DA40-BB02-7B74E8A9DFB2}"/>
    <dgm:cxn modelId="{13C13577-7EC6-1840-BBB5-F050685783DF}" type="presOf" srcId="{62DC5E3F-372B-584F-AA37-001575B8D3C8}" destId="{AA6D69F9-09AD-8E46-B577-C44510E7EA24}" srcOrd="0" destOrd="0" presId="urn:microsoft.com/office/officeart/2005/8/layout/vList5"/>
    <dgm:cxn modelId="{D78FFF77-B405-E641-90E4-88A9EA79C06C}" type="presOf" srcId="{245180C3-4340-134C-B9BD-B9495BF0953B}" destId="{0553403D-9A7B-D149-AB3A-88F055D14A5F}" srcOrd="0" destOrd="0" presId="urn:microsoft.com/office/officeart/2005/8/layout/vList5"/>
    <dgm:cxn modelId="{1509088D-2043-7842-9705-875A89FF0608}" srcId="{5B0E7F12-2886-D041-B56A-E42D89049825}" destId="{C22318A2-5998-2148-A190-50313FF3330D}" srcOrd="3" destOrd="0" parTransId="{C39BAA25-D8DC-0046-98FD-8EEFDEA6806E}" sibTransId="{4FBC121A-123C-FB49-9CF4-198AC2F822FB}"/>
    <dgm:cxn modelId="{129E4993-26C2-7344-AAF4-E68503F6ABB5}" type="presOf" srcId="{5B0E7F12-2886-D041-B56A-E42D89049825}" destId="{D48F2A0D-CFC8-BC49-BE55-FF26065DB113}" srcOrd="0" destOrd="0" presId="urn:microsoft.com/office/officeart/2005/8/layout/vList5"/>
    <dgm:cxn modelId="{DE3F61A2-A229-4C49-A4C7-085407A6925B}" srcId="{5B0E7F12-2886-D041-B56A-E42D89049825}" destId="{6A893D1C-E5A2-754D-870C-766739BCA602}" srcOrd="4" destOrd="0" parTransId="{2BBBE171-5D45-E24C-A87D-E224BFCB9EFD}" sibTransId="{A0B2C0D7-C6FA-7F45-A714-5E963EC07603}"/>
    <dgm:cxn modelId="{1CB37CC6-97A2-144F-B9EC-67003EC869AE}" srcId="{5B0E7F12-2886-D041-B56A-E42D89049825}" destId="{62DC5E3F-372B-584F-AA37-001575B8D3C8}" srcOrd="2" destOrd="0" parTransId="{A3DF8EBD-E6B5-3945-B9F7-646DCFEF6054}" sibTransId="{F3895BFC-2A73-894B-90E2-2518F13F04FC}"/>
    <dgm:cxn modelId="{840A8BCD-5A4C-654D-AEBE-ED778DC11437}" type="presOf" srcId="{6A893D1C-E5A2-754D-870C-766739BCA602}" destId="{0F948AF9-3017-4349-8061-78DFF0AF54AA}" srcOrd="0" destOrd="0" presId="urn:microsoft.com/office/officeart/2005/8/layout/vList5"/>
    <dgm:cxn modelId="{F34C69A3-B255-774F-A527-7EFF2E986CAA}" type="presParOf" srcId="{D48F2A0D-CFC8-BC49-BE55-FF26065DB113}" destId="{C2811CC6-2FB6-F74B-9F67-CB556BF8655D}" srcOrd="0" destOrd="0" presId="urn:microsoft.com/office/officeart/2005/8/layout/vList5"/>
    <dgm:cxn modelId="{F6BFE90F-04C3-C745-A2DC-74645FE01DEB}" type="presParOf" srcId="{C2811CC6-2FB6-F74B-9F67-CB556BF8655D}" destId="{AA62DDE4-6DD5-3C4D-B16D-2A74C0AF8079}" srcOrd="0" destOrd="0" presId="urn:microsoft.com/office/officeart/2005/8/layout/vList5"/>
    <dgm:cxn modelId="{00A808A8-BD3A-464D-9413-58A31C21694E}" type="presParOf" srcId="{D48F2A0D-CFC8-BC49-BE55-FF26065DB113}" destId="{9419E722-7382-9042-9915-786F26F41930}" srcOrd="1" destOrd="0" presId="urn:microsoft.com/office/officeart/2005/8/layout/vList5"/>
    <dgm:cxn modelId="{3B16413E-16C3-3D46-A0F6-B82613EE9F57}" type="presParOf" srcId="{D48F2A0D-CFC8-BC49-BE55-FF26065DB113}" destId="{8EFD48FE-B882-0847-BB65-B392DCD51D58}" srcOrd="2" destOrd="0" presId="urn:microsoft.com/office/officeart/2005/8/layout/vList5"/>
    <dgm:cxn modelId="{F3BF114E-67C3-1F4D-B8DF-3E59A3F84191}" type="presParOf" srcId="{8EFD48FE-B882-0847-BB65-B392DCD51D58}" destId="{0553403D-9A7B-D149-AB3A-88F055D14A5F}" srcOrd="0" destOrd="0" presId="urn:microsoft.com/office/officeart/2005/8/layout/vList5"/>
    <dgm:cxn modelId="{E7A22B05-DB45-3F4A-8D9F-3CB127583DA8}" type="presParOf" srcId="{D48F2A0D-CFC8-BC49-BE55-FF26065DB113}" destId="{F7AC3EDA-7DC0-FC47-8971-DF60F962219E}" srcOrd="3" destOrd="0" presId="urn:microsoft.com/office/officeart/2005/8/layout/vList5"/>
    <dgm:cxn modelId="{C636E732-2E03-B846-8857-E9D759E3AF56}" type="presParOf" srcId="{D48F2A0D-CFC8-BC49-BE55-FF26065DB113}" destId="{CF635218-A1B7-9F41-981D-71DE1172EDD4}" srcOrd="4" destOrd="0" presId="urn:microsoft.com/office/officeart/2005/8/layout/vList5"/>
    <dgm:cxn modelId="{05F06309-F8C5-404F-BFAE-E8EBC15249FF}" type="presParOf" srcId="{CF635218-A1B7-9F41-981D-71DE1172EDD4}" destId="{AA6D69F9-09AD-8E46-B577-C44510E7EA24}" srcOrd="0" destOrd="0" presId="urn:microsoft.com/office/officeart/2005/8/layout/vList5"/>
    <dgm:cxn modelId="{64086991-D7C9-2344-9BD9-425B569872AF}" type="presParOf" srcId="{D48F2A0D-CFC8-BC49-BE55-FF26065DB113}" destId="{BFB3535D-6ACB-4D4E-A778-AFE56AEE9F58}" srcOrd="5" destOrd="0" presId="urn:microsoft.com/office/officeart/2005/8/layout/vList5"/>
    <dgm:cxn modelId="{49503213-EE27-164B-A310-4B4D09C807AA}" type="presParOf" srcId="{D48F2A0D-CFC8-BC49-BE55-FF26065DB113}" destId="{558EFB35-2D8E-4A44-B3D6-25905E327CE0}" srcOrd="6" destOrd="0" presId="urn:microsoft.com/office/officeart/2005/8/layout/vList5"/>
    <dgm:cxn modelId="{3E9294FE-4532-EE4A-B1BE-3DE39DEA269D}" type="presParOf" srcId="{558EFB35-2D8E-4A44-B3D6-25905E327CE0}" destId="{0A10E7CA-D3A9-1848-BDC4-A78333C3B1C4}" srcOrd="0" destOrd="0" presId="urn:microsoft.com/office/officeart/2005/8/layout/vList5"/>
    <dgm:cxn modelId="{AFB6A0E9-C5D2-AB4A-8C1B-3AA3B053C9B2}" type="presParOf" srcId="{D48F2A0D-CFC8-BC49-BE55-FF26065DB113}" destId="{B1219455-8950-464D-B7A2-9D96CD5C9061}" srcOrd="7" destOrd="0" presId="urn:microsoft.com/office/officeart/2005/8/layout/vList5"/>
    <dgm:cxn modelId="{7C7F8030-CDCB-784D-99B3-693150EB7E1C}" type="presParOf" srcId="{D48F2A0D-CFC8-BC49-BE55-FF26065DB113}" destId="{0510F9E0-B26D-2C40-87A4-D01F89F232F8}" srcOrd="8" destOrd="0" presId="urn:microsoft.com/office/officeart/2005/8/layout/vList5"/>
    <dgm:cxn modelId="{CE262F30-649C-EF4C-B6B7-D0169F003986}" type="presParOf" srcId="{0510F9E0-B26D-2C40-87A4-D01F89F232F8}" destId="{0F948AF9-3017-4349-8061-78DFF0AF54A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99060-6728-A44C-B5C9-0E94B6084A6A}">
      <dsp:nvSpPr>
        <dsp:cNvPr id="0" name=""/>
        <dsp:cNvSpPr/>
      </dsp:nvSpPr>
      <dsp:spPr>
        <a:xfrm>
          <a:off x="2320886" y="1683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/>
            <a:t>Daily</a:t>
          </a:r>
          <a:r>
            <a:rPr lang="sk-SK" sz="2000" b="1" kern="1200" dirty="0"/>
            <a:t> </a:t>
          </a:r>
          <a:r>
            <a:rPr lang="sk-SK" sz="2000" b="1" kern="1200" dirty="0" err="1"/>
            <a:t>mood</a:t>
          </a:r>
          <a:r>
            <a:rPr lang="sk-SK" sz="2000" b="1" kern="1200" dirty="0"/>
            <a:t> </a:t>
          </a:r>
          <a:r>
            <a:rPr lang="sk-SK" sz="2000" b="1" kern="1200" dirty="0" err="1"/>
            <a:t>check-ins</a:t>
          </a:r>
          <a:endParaRPr lang="ru-UA" sz="2000" kern="1200" dirty="0"/>
        </a:p>
      </dsp:txBody>
      <dsp:txXfrm>
        <a:off x="2356807" y="37604"/>
        <a:ext cx="2539155" cy="664013"/>
      </dsp:txXfrm>
    </dsp:sp>
    <dsp:sp modelId="{6A68BD59-1BDD-6F41-B5B0-B8E724A70E9F}">
      <dsp:nvSpPr>
        <dsp:cNvPr id="0" name=""/>
        <dsp:cNvSpPr/>
      </dsp:nvSpPr>
      <dsp:spPr>
        <a:xfrm>
          <a:off x="2320886" y="774331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/>
            <a:t>Light</a:t>
          </a:r>
          <a:r>
            <a:rPr lang="sk-SK" sz="2000" b="1" kern="1200" dirty="0"/>
            <a:t> </a:t>
          </a:r>
          <a:r>
            <a:rPr lang="sk-SK" sz="2000" b="1" kern="1200" dirty="0" err="1"/>
            <a:t>conversation</a:t>
          </a:r>
          <a:r>
            <a:rPr lang="sk-SK" sz="2000" b="1" kern="1200" dirty="0"/>
            <a:t> &amp; </a:t>
          </a:r>
          <a:r>
            <a:rPr lang="sk-SK" sz="2000" b="1" kern="1200" dirty="0" err="1"/>
            <a:t>voice</a:t>
          </a:r>
          <a:r>
            <a:rPr lang="sk-SK" sz="2000" b="1" kern="1200" dirty="0"/>
            <a:t> chat</a:t>
          </a:r>
          <a:endParaRPr lang="ru-UA" sz="2000" kern="1200" dirty="0"/>
        </a:p>
      </dsp:txBody>
      <dsp:txXfrm>
        <a:off x="2356807" y="810252"/>
        <a:ext cx="2539155" cy="664013"/>
      </dsp:txXfrm>
    </dsp:sp>
    <dsp:sp modelId="{7B0E887F-400A-0542-871C-8877FE4A1D5C}">
      <dsp:nvSpPr>
        <dsp:cNvPr id="0" name=""/>
        <dsp:cNvSpPr/>
      </dsp:nvSpPr>
      <dsp:spPr>
        <a:xfrm>
          <a:off x="2320886" y="1546979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/>
            <a:t>Weather-based</a:t>
          </a:r>
          <a:r>
            <a:rPr lang="sk-SK" sz="2000" b="1" kern="1200" dirty="0"/>
            <a:t> </a:t>
          </a:r>
          <a:r>
            <a:rPr lang="sk-SK" sz="2000" b="1" kern="1200" dirty="0" err="1"/>
            <a:t>suggestions</a:t>
          </a:r>
          <a:endParaRPr lang="ru-UA" sz="2000" kern="1200" dirty="0"/>
        </a:p>
      </dsp:txBody>
      <dsp:txXfrm>
        <a:off x="2356807" y="1582900"/>
        <a:ext cx="2539155" cy="664013"/>
      </dsp:txXfrm>
    </dsp:sp>
    <dsp:sp modelId="{85E17D2E-622A-FC45-9610-752878F0052C}">
      <dsp:nvSpPr>
        <dsp:cNvPr id="0" name=""/>
        <dsp:cNvSpPr/>
      </dsp:nvSpPr>
      <dsp:spPr>
        <a:xfrm>
          <a:off x="2320886" y="2319627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/>
            <a:t>Motivational tips</a:t>
          </a:r>
          <a:endParaRPr lang="ru-UA" sz="2000" kern="1200"/>
        </a:p>
      </dsp:txBody>
      <dsp:txXfrm>
        <a:off x="2356807" y="2355548"/>
        <a:ext cx="2539155" cy="664013"/>
      </dsp:txXfrm>
    </dsp:sp>
    <dsp:sp modelId="{34CF6EB6-3992-5B47-85E8-956D53E29F4E}">
      <dsp:nvSpPr>
        <dsp:cNvPr id="0" name=""/>
        <dsp:cNvSpPr/>
      </dsp:nvSpPr>
      <dsp:spPr>
        <a:xfrm>
          <a:off x="2320886" y="3092275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/>
            <a:t>Quick</a:t>
          </a:r>
          <a:r>
            <a:rPr lang="sk-SK" sz="2000" b="1" kern="1200" dirty="0"/>
            <a:t> </a:t>
          </a:r>
          <a:r>
            <a:rPr lang="sk-SK" sz="2000" b="1" kern="1200" dirty="0" err="1"/>
            <a:t>personal</a:t>
          </a:r>
          <a:r>
            <a:rPr lang="sk-SK" sz="2000" b="1" kern="1200" dirty="0"/>
            <a:t> </a:t>
          </a:r>
          <a:r>
            <a:rPr lang="sk-SK" sz="2000" b="1" kern="1200" dirty="0" err="1"/>
            <a:t>advice</a:t>
          </a:r>
          <a:endParaRPr lang="ru-UA" sz="2000" kern="1200" dirty="0"/>
        </a:p>
      </dsp:txBody>
      <dsp:txXfrm>
        <a:off x="2356807" y="3128196"/>
        <a:ext cx="2539155" cy="6640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2DDE4-6DD5-3C4D-B16D-2A74C0AF8079}">
      <dsp:nvSpPr>
        <dsp:cNvPr id="0" name=""/>
        <dsp:cNvSpPr/>
      </dsp:nvSpPr>
      <dsp:spPr>
        <a:xfrm>
          <a:off x="2728079" y="1671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adjustments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37347"/>
        <a:ext cx="2997736" cy="659470"/>
      </dsp:txXfrm>
    </dsp:sp>
    <dsp:sp modelId="{0553403D-9A7B-D149-AB3A-88F055D14A5F}">
      <dsp:nvSpPr>
        <dsp:cNvPr id="0" name=""/>
        <dsp:cNvSpPr/>
      </dsp:nvSpPr>
      <dsp:spPr>
        <a:xfrm>
          <a:off x="2728079" y="769035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Daily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summaries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next-day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plans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804711"/>
        <a:ext cx="2997736" cy="659470"/>
      </dsp:txXfrm>
    </dsp:sp>
    <dsp:sp modelId="{AA6D69F9-09AD-8E46-B577-C44510E7EA24}">
      <dsp:nvSpPr>
        <dsp:cNvPr id="0" name=""/>
        <dsp:cNvSpPr/>
      </dsp:nvSpPr>
      <dsp:spPr>
        <a:xfrm>
          <a:off x="2728079" y="1536399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Event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creation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reminders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1572075"/>
        <a:ext cx="2997736" cy="659470"/>
      </dsp:txXfrm>
    </dsp:sp>
    <dsp:sp modelId="{0A10E7CA-D3A9-1848-BDC4-A78333C3B1C4}">
      <dsp:nvSpPr>
        <dsp:cNvPr id="0" name=""/>
        <dsp:cNvSpPr/>
      </dsp:nvSpPr>
      <dsp:spPr>
        <a:xfrm>
          <a:off x="2728079" y="2303763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Conflict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detection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in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2339439"/>
        <a:ext cx="2997736" cy="659470"/>
      </dsp:txXfrm>
    </dsp:sp>
    <dsp:sp modelId="{0F948AF9-3017-4349-8061-78DFF0AF54AA}">
      <dsp:nvSpPr>
        <dsp:cNvPr id="0" name=""/>
        <dsp:cNvSpPr/>
      </dsp:nvSpPr>
      <dsp:spPr>
        <a:xfrm>
          <a:off x="2728079" y="3071127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Context-aware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suggestions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3106803"/>
        <a:ext cx="2997736" cy="659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99060-6728-A44C-B5C9-0E94B6084A6A}">
      <dsp:nvSpPr>
        <dsp:cNvPr id="0" name=""/>
        <dsp:cNvSpPr/>
      </dsp:nvSpPr>
      <dsp:spPr>
        <a:xfrm>
          <a:off x="2320886" y="1683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Daily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mood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check-ins</a:t>
          </a:r>
          <a:endParaRPr lang="ru-UA" sz="1900" kern="1200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sp:txBody>
      <dsp:txXfrm>
        <a:off x="2356807" y="37604"/>
        <a:ext cx="2539155" cy="664013"/>
      </dsp:txXfrm>
    </dsp:sp>
    <dsp:sp modelId="{6A68BD59-1BDD-6F41-B5B0-B8E724A70E9F}">
      <dsp:nvSpPr>
        <dsp:cNvPr id="0" name=""/>
        <dsp:cNvSpPr/>
      </dsp:nvSpPr>
      <dsp:spPr>
        <a:xfrm>
          <a:off x="2320886" y="774331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Light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conversation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voice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chat</a:t>
          </a:r>
          <a:endParaRPr lang="ru-UA" sz="1900" kern="1200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sp:txBody>
      <dsp:txXfrm>
        <a:off x="2356807" y="810252"/>
        <a:ext cx="2539155" cy="664013"/>
      </dsp:txXfrm>
    </dsp:sp>
    <dsp:sp modelId="{7B0E887F-400A-0542-871C-8877FE4A1D5C}">
      <dsp:nvSpPr>
        <dsp:cNvPr id="0" name=""/>
        <dsp:cNvSpPr/>
      </dsp:nvSpPr>
      <dsp:spPr>
        <a:xfrm>
          <a:off x="2320886" y="1546979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Weather-based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suggestions</a:t>
          </a:r>
          <a:endParaRPr lang="ru-UA" sz="1900" kern="1200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sp:txBody>
      <dsp:txXfrm>
        <a:off x="2356807" y="1582900"/>
        <a:ext cx="2539155" cy="664013"/>
      </dsp:txXfrm>
    </dsp:sp>
    <dsp:sp modelId="{85E17D2E-622A-FC45-9610-752878F0052C}">
      <dsp:nvSpPr>
        <dsp:cNvPr id="0" name=""/>
        <dsp:cNvSpPr/>
      </dsp:nvSpPr>
      <dsp:spPr>
        <a:xfrm>
          <a:off x="2320886" y="2319627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900" b="1" kern="120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Motivational tips</a:t>
          </a:r>
          <a:endParaRPr lang="ru-UA" sz="1900" kern="120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sp:txBody>
      <dsp:txXfrm>
        <a:off x="2356807" y="2355548"/>
        <a:ext cx="2539155" cy="664013"/>
      </dsp:txXfrm>
    </dsp:sp>
    <dsp:sp modelId="{34CF6EB6-3992-5B47-85E8-956D53E29F4E}">
      <dsp:nvSpPr>
        <dsp:cNvPr id="0" name=""/>
        <dsp:cNvSpPr/>
      </dsp:nvSpPr>
      <dsp:spPr>
        <a:xfrm>
          <a:off x="2320886" y="3092275"/>
          <a:ext cx="2610997" cy="735855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Quick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personal</a:t>
          </a:r>
          <a:r>
            <a:rPr lang="sk-SK" sz="19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19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advice</a:t>
          </a:r>
          <a:endParaRPr lang="ru-UA" sz="1900" kern="1200" dirty="0">
            <a:latin typeface="Open Sans Light" pitchFamily="2" charset="0"/>
            <a:ea typeface="Open Sans Light" pitchFamily="2" charset="0"/>
            <a:cs typeface="Open Sans Light" pitchFamily="2" charset="0"/>
          </a:endParaRPr>
        </a:p>
      </dsp:txBody>
      <dsp:txXfrm>
        <a:off x="2356807" y="3128196"/>
        <a:ext cx="2539155" cy="6640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2DDE4-6DD5-3C4D-B16D-2A74C0AF8079}">
      <dsp:nvSpPr>
        <dsp:cNvPr id="0" name=""/>
        <dsp:cNvSpPr/>
      </dsp:nvSpPr>
      <dsp:spPr>
        <a:xfrm>
          <a:off x="2728079" y="1671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adjustments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37347"/>
        <a:ext cx="2997736" cy="659470"/>
      </dsp:txXfrm>
    </dsp:sp>
    <dsp:sp modelId="{0553403D-9A7B-D149-AB3A-88F055D14A5F}">
      <dsp:nvSpPr>
        <dsp:cNvPr id="0" name=""/>
        <dsp:cNvSpPr/>
      </dsp:nvSpPr>
      <dsp:spPr>
        <a:xfrm>
          <a:off x="2728079" y="769035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Daily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summaries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next-day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plans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804711"/>
        <a:ext cx="2997736" cy="659470"/>
      </dsp:txXfrm>
    </dsp:sp>
    <dsp:sp modelId="{AA6D69F9-09AD-8E46-B577-C44510E7EA24}">
      <dsp:nvSpPr>
        <dsp:cNvPr id="0" name=""/>
        <dsp:cNvSpPr/>
      </dsp:nvSpPr>
      <dsp:spPr>
        <a:xfrm>
          <a:off x="2728079" y="1536399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Event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creation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&amp;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smart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reminders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1572075"/>
        <a:ext cx="2997736" cy="659470"/>
      </dsp:txXfrm>
    </dsp:sp>
    <dsp:sp modelId="{0A10E7CA-D3A9-1848-BDC4-A78333C3B1C4}">
      <dsp:nvSpPr>
        <dsp:cNvPr id="0" name=""/>
        <dsp:cNvSpPr/>
      </dsp:nvSpPr>
      <dsp:spPr>
        <a:xfrm>
          <a:off x="2728079" y="2303763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Conflict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detection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in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schedule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2339439"/>
        <a:ext cx="2997736" cy="659470"/>
      </dsp:txXfrm>
    </dsp:sp>
    <dsp:sp modelId="{0F948AF9-3017-4349-8061-78DFF0AF54AA}">
      <dsp:nvSpPr>
        <dsp:cNvPr id="0" name=""/>
        <dsp:cNvSpPr/>
      </dsp:nvSpPr>
      <dsp:spPr>
        <a:xfrm>
          <a:off x="2728079" y="3071127"/>
          <a:ext cx="3069088" cy="730822"/>
        </a:xfrm>
        <a:prstGeom prst="roundRect">
          <a:avLst/>
        </a:prstGeom>
        <a:solidFill>
          <a:srgbClr val="93255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Context-aware</a:t>
          </a:r>
          <a:r>
            <a:rPr lang="sk-SK" sz="2000" b="1" kern="1200" dirty="0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 </a:t>
          </a:r>
          <a:r>
            <a:rPr lang="sk-SK" sz="2000" b="1" kern="1200" dirty="0" err="1">
              <a:latin typeface="Open Sans ExtraBold" pitchFamily="2" charset="0"/>
              <a:ea typeface="Open Sans ExtraBold" pitchFamily="2" charset="0"/>
              <a:cs typeface="Open Sans ExtraBold" pitchFamily="2" charset="0"/>
            </a:rPr>
            <a:t>suggestions</a:t>
          </a:r>
          <a:endParaRPr lang="ru-UA" sz="2000" b="1" kern="1200" dirty="0">
            <a:latin typeface="Open Sans ExtraBold" pitchFamily="2" charset="0"/>
            <a:ea typeface="Open Sans ExtraBold" pitchFamily="2" charset="0"/>
            <a:cs typeface="Open Sans ExtraBold" pitchFamily="2" charset="0"/>
          </a:endParaRPr>
        </a:p>
      </dsp:txBody>
      <dsp:txXfrm>
        <a:off x="2763755" y="3106803"/>
        <a:ext cx="2997736" cy="659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492FD-5E2F-A642-8186-8CB115489F7A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03CD9-3A08-7E4A-9255-CDE30DC07C26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67347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85F5F-3653-7381-1F6E-C72F08B8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1DAF226-A84E-DD57-3879-629C2C998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8A831D4-3775-2202-45E9-2B9CC42B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7E6813-CF16-F1B1-7D3F-5BFF7ED51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03CD9-3A08-7E4A-9255-CDE30DC07C26}" type="slidenum">
              <a:rPr lang="ru-UA" smtClean="0"/>
              <a:t>7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268361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03CD9-3A08-7E4A-9255-CDE30DC07C26}" type="slidenum">
              <a:rPr lang="ru-UA" smtClean="0"/>
              <a:t>8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8805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BE4FD-12F9-7848-F234-25EDC8107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61D2CC-97E7-7D3C-A0F4-BAF0D0B95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8F225F-E9A2-DC7F-9AD4-7667A86C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B640C-5348-BFC7-3CE7-E7A4EF14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8E0F6A-B112-4E7B-F732-9681481C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41873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FA98A-DABA-6028-8931-BF48B793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8F32B1-79ED-2548-239A-4F9F392F1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15615-36E0-7FAE-4B21-8B661D5B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08A346-75BC-DA52-EB16-2B62AC18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9CE3D5-3505-E28E-BE93-F4894DF6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98300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21DE3-DA70-7D42-D9BA-4FEF13948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89A57B-D4EA-EA73-5C28-A693B02F6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DF73F4-90D7-2999-89C0-8E337B9B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C1E035-1499-1A07-1CC6-CECD677A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D7FF3-1E6E-C328-8C77-37108D47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16455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40D96-6DB7-E32D-F3B7-977433DF0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6D434-28C7-3552-7EDD-246EEF9E3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0ADAF8-2F53-241E-6B3B-3FA9DCE0F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BBC210-D478-3299-6F88-DE89F970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C24F66-A57A-5668-5790-0BD111F1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33C3B9-9980-94C5-D3C2-2D8FF57C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98780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E7037-1AEF-3717-4E5B-8B80C3D4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F49232-A03D-9407-5A7F-E36193145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C0AB5B-33BC-E9B0-D0EB-53C58122C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1592A-84AF-1CF3-068C-B0144847B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6DAC02-7D28-DC08-2FDD-CC0681F50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7E9152-AE5D-4C80-9CB9-689950BE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39E2EA-81ED-89E4-789B-DDF3007D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F81C89-2707-2F85-AD0E-EEE6496E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9676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EB0DD-5F0D-9D04-B516-0A0149CD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8EA45C-3A9A-D196-8036-026498CD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C7E33F-7709-45E2-63C0-D1774A1D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A582F8-6738-E66A-AE1A-B9432D36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4376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5C8932-8EED-6BA1-0ADE-057743BD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A510062-36CF-B795-A4D1-DACC7A47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B02002-7953-5EDD-0283-F8E61BEC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29980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C5D97-315A-99FB-69DE-E17436E48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DA468-D95C-1F6D-BE9B-1184D7239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0C8B95-8BEA-C9E4-8AF4-08CF8490D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DA800-E64D-2E59-5E90-575477C9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0A4775-8E9D-BF11-6525-A3BAFB85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2507E4-7833-3AB7-3788-D8CC890C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78649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0FEF1-E0E9-DF01-7902-524FC232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8BFCAE6-B1AF-FA79-DAFB-7488FE318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046FE8-CAC5-0916-DF9E-4CADB6D8F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260247-AE8F-7BFB-8AB2-F5AF1577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29CFFC-EEBE-E3D5-EBF7-AC3369D2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69C4E9-72C6-586F-0894-093D65C0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728612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1908C-02C0-4528-CF70-3B584E8F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EE6A20-2815-59C7-96AC-BA7B3E6AF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9139D0-957E-B97A-95FC-9034D57C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06EC02-7782-FE83-F6EB-03F58113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37688C-EC62-1B72-00A6-C0621CC5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6001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CDE289-A879-7774-E34B-F22C4C037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8F7D69-A2ED-072A-7DAF-34A795883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23334B-45FC-4E94-4B1F-43E59FF1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C999C-54A9-70FD-8E7B-BF02B6E7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F276E-7A97-BA6F-D694-5BE17C9C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34686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4DEA9-638A-638F-218B-F2B550BF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123F78-29C6-D469-45CD-C8C68CDB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DFE27E-A7F8-E5BC-39F0-4D15F05B2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EFAEF-9EFF-6F44-960F-5A2570C86335}" type="datetimeFigureOut">
              <a:rPr lang="ru-UA" smtClean="0"/>
              <a:t>30.11.2025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8EDCDA-A56B-5E16-30DC-D93C97F70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35BDB3-DE96-0207-712C-091B5EC79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B505A-7A69-1843-9CAE-B29126CA822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67837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4.svg"/><Relationship Id="rId1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13.png"/><Relationship Id="rId1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2.xml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2.svg"/><Relationship Id="rId5" Type="http://schemas.openxmlformats.org/officeDocument/2006/relationships/diagramData" Target="../diagrams/data1.xml"/><Relationship Id="rId15" Type="http://schemas.openxmlformats.org/officeDocument/2006/relationships/diagramLayout" Target="../diagrams/layout2.xml"/><Relationship Id="rId10" Type="http://schemas.openxmlformats.org/officeDocument/2006/relationships/image" Target="../media/image11.png"/><Relationship Id="rId19" Type="http://schemas.openxmlformats.org/officeDocument/2006/relationships/image" Target="../media/image15.png"/><Relationship Id="rId4" Type="http://schemas.openxmlformats.org/officeDocument/2006/relationships/image" Target="../media/image10.svg"/><Relationship Id="rId9" Type="http://schemas.microsoft.com/office/2007/relationships/diagramDrawing" Target="../diagrams/drawing1.xml"/><Relationship Id="rId1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svg"/><Relationship Id="rId18" Type="http://schemas.microsoft.com/office/2007/relationships/diagramDrawing" Target="../diagrams/drawing4.xml"/><Relationship Id="rId3" Type="http://schemas.openxmlformats.org/officeDocument/2006/relationships/diagramData" Target="../diagrams/data3.xml"/><Relationship Id="rId21" Type="http://schemas.openxmlformats.org/officeDocument/2006/relationships/image" Target="../media/image15.png"/><Relationship Id="rId7" Type="http://schemas.microsoft.com/office/2007/relationships/diagramDrawing" Target="../diagrams/drawing3.xml"/><Relationship Id="rId12" Type="http://schemas.openxmlformats.org/officeDocument/2006/relationships/image" Target="../media/image13.png"/><Relationship Id="rId1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4.xml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0.svg"/><Relationship Id="rId5" Type="http://schemas.openxmlformats.org/officeDocument/2006/relationships/diagramQuickStyle" Target="../diagrams/quickStyle3.xml"/><Relationship Id="rId15" Type="http://schemas.openxmlformats.org/officeDocument/2006/relationships/diagramLayout" Target="../diagrams/layout4.xml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svg"/><Relationship Id="rId14" Type="http://schemas.openxmlformats.org/officeDocument/2006/relationships/diagramData" Target="../diagrams/data4.xml"/><Relationship Id="rId22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43153E-7707-869F-C89C-0064A9C38260}"/>
              </a:ext>
            </a:extLst>
          </p:cNvPr>
          <p:cNvSpPr/>
          <p:nvPr/>
        </p:nvSpPr>
        <p:spPr>
          <a:xfrm>
            <a:off x="6096000" y="-6858000"/>
            <a:ext cx="6095994" cy="6858000"/>
          </a:xfrm>
          <a:prstGeom prst="rect">
            <a:avLst/>
          </a:prstGeom>
          <a:solidFill>
            <a:srgbClr val="A62A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46CCF6-AF8D-F87A-59F1-27723DB8D1DC}"/>
              </a:ext>
            </a:extLst>
          </p:cNvPr>
          <p:cNvSpPr/>
          <p:nvPr/>
        </p:nvSpPr>
        <p:spPr>
          <a:xfrm>
            <a:off x="0" y="6858000"/>
            <a:ext cx="6095994" cy="6858000"/>
          </a:xfrm>
          <a:prstGeom prst="rect">
            <a:avLst/>
          </a:prstGeom>
          <a:solidFill>
            <a:srgbClr val="93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9682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2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3094071-8CA6-ADE8-FE40-9DF18A836D48}"/>
              </a:ext>
            </a:extLst>
          </p:cNvPr>
          <p:cNvSpPr/>
          <p:nvPr/>
        </p:nvSpPr>
        <p:spPr>
          <a:xfrm>
            <a:off x="-1" y="-20661"/>
            <a:ext cx="6095994" cy="6858000"/>
          </a:xfrm>
          <a:prstGeom prst="rect">
            <a:avLst/>
          </a:prstGeom>
          <a:solidFill>
            <a:srgbClr val="93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CEE4BA-9212-2E44-0E7F-6BD80C3FA4AC}"/>
              </a:ext>
            </a:extLst>
          </p:cNvPr>
          <p:cNvSpPr/>
          <p:nvPr/>
        </p:nvSpPr>
        <p:spPr>
          <a:xfrm>
            <a:off x="6095993" y="-20661"/>
            <a:ext cx="6095994" cy="6858000"/>
          </a:xfrm>
          <a:prstGeom prst="rect">
            <a:avLst/>
          </a:prstGeom>
          <a:solidFill>
            <a:srgbClr val="A62A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DE139-5B77-3E30-7B23-0568439678E4}"/>
              </a:ext>
            </a:extLst>
          </p:cNvPr>
          <p:cNvSpPr txBox="1"/>
          <p:nvPr/>
        </p:nvSpPr>
        <p:spPr>
          <a:xfrm>
            <a:off x="2547604" y="3208284"/>
            <a:ext cx="709677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A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great</a:t>
            </a:r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solution</a:t>
            </a:r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 to a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complex</a:t>
            </a:r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problem</a:t>
            </a:r>
            <a:endParaRPr lang="ru-UA" sz="20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Poppins SemiBol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FA563-F9E9-B8E2-5EEA-2B7EA0475906}"/>
              </a:ext>
            </a:extLst>
          </p:cNvPr>
          <p:cNvSpPr txBox="1"/>
          <p:nvPr/>
        </p:nvSpPr>
        <p:spPr>
          <a:xfrm>
            <a:off x="1915765" y="1838679"/>
            <a:ext cx="8360469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Calendar AI</a:t>
            </a:r>
            <a:endParaRPr lang="ru-UA" sz="96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954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DFF95-8143-B442-4392-02471113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>
            <a:extLst>
              <a:ext uri="{FF2B5EF4-FFF2-40B4-BE49-F238E27FC236}">
                <a16:creationId xmlns:a16="http://schemas.microsoft.com/office/drawing/2014/main" id="{1623D0D7-8723-3BD6-8C64-4D0B458A2EFB}"/>
              </a:ext>
            </a:extLst>
          </p:cNvPr>
          <p:cNvSpPr/>
          <p:nvPr/>
        </p:nvSpPr>
        <p:spPr>
          <a:xfrm>
            <a:off x="3032760" y="365760"/>
            <a:ext cx="6126480" cy="6126480"/>
          </a:xfrm>
          <a:prstGeom prst="ellipse">
            <a:avLst/>
          </a:prstGeom>
          <a:solidFill>
            <a:srgbClr val="A62A67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B6775-BE4C-0556-BC6D-6B53F3B7A0DF}"/>
              </a:ext>
            </a:extLst>
          </p:cNvPr>
          <p:cNvSpPr txBox="1"/>
          <p:nvPr/>
        </p:nvSpPr>
        <p:spPr>
          <a:xfrm>
            <a:off x="4407877" y="3591879"/>
            <a:ext cx="3376245" cy="10926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65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Problem</a:t>
            </a:r>
            <a:endParaRPr lang="ru-UA" sz="65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pic>
        <p:nvPicPr>
          <p:cNvPr id="8" name="Рисунок 7" descr="Вопросы со сплошной заливкой">
            <a:extLst>
              <a:ext uri="{FF2B5EF4-FFF2-40B4-BE49-F238E27FC236}">
                <a16:creationId xmlns:a16="http://schemas.microsoft.com/office/drawing/2014/main" id="{6E03ABD4-9759-4474-432B-D23F5599F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9586" y="1208704"/>
            <a:ext cx="2380317" cy="2380317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2D8A00-3C66-A90C-70A9-F5367FCF9D26}"/>
              </a:ext>
            </a:extLst>
          </p:cNvPr>
          <p:cNvSpPr/>
          <p:nvPr/>
        </p:nvSpPr>
        <p:spPr>
          <a:xfrm>
            <a:off x="-1" y="-6913712"/>
            <a:ext cx="6095994" cy="6858000"/>
          </a:xfrm>
          <a:prstGeom prst="rect">
            <a:avLst/>
          </a:prstGeom>
          <a:solidFill>
            <a:srgbClr val="93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1A2BFB-F3E1-DAA9-A74C-7C9F3FBE435C}"/>
              </a:ext>
            </a:extLst>
          </p:cNvPr>
          <p:cNvSpPr/>
          <p:nvPr/>
        </p:nvSpPr>
        <p:spPr>
          <a:xfrm>
            <a:off x="6095993" y="-6913712"/>
            <a:ext cx="6095994" cy="6858000"/>
          </a:xfrm>
          <a:prstGeom prst="rect">
            <a:avLst/>
          </a:prstGeom>
          <a:solidFill>
            <a:srgbClr val="A62A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C1441-28C3-CBC1-CD80-F7CF983B3ADB}"/>
              </a:ext>
            </a:extLst>
          </p:cNvPr>
          <p:cNvSpPr txBox="1"/>
          <p:nvPr/>
        </p:nvSpPr>
        <p:spPr>
          <a:xfrm>
            <a:off x="2547604" y="-3684767"/>
            <a:ext cx="709677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A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great</a:t>
            </a:r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solution</a:t>
            </a:r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 to a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complex</a:t>
            </a:r>
            <a:r>
              <a:rPr lang="sk-SK" sz="2000" b="1" dirty="0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Figtree" pitchFamily="2" charset="0"/>
                <a:ea typeface="Inter SemiBold" panose="02000503000000020004" pitchFamily="2" charset="0"/>
              </a:rPr>
              <a:t>problem</a:t>
            </a:r>
            <a:endParaRPr lang="ru-UA" sz="20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Poppins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9A7D-9597-7010-6A53-7781ADE58060}"/>
              </a:ext>
            </a:extLst>
          </p:cNvPr>
          <p:cNvSpPr txBox="1"/>
          <p:nvPr/>
        </p:nvSpPr>
        <p:spPr>
          <a:xfrm>
            <a:off x="1915765" y="-5054372"/>
            <a:ext cx="8360469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Calendar AI</a:t>
            </a:r>
            <a:endParaRPr lang="ru-UA" sz="96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6E7B198-A585-B71A-E568-B96B022098C9}"/>
              </a:ext>
            </a:extLst>
          </p:cNvPr>
          <p:cNvSpPr/>
          <p:nvPr/>
        </p:nvSpPr>
        <p:spPr>
          <a:xfrm>
            <a:off x="12192000" y="0"/>
            <a:ext cx="12192000" cy="6858000"/>
          </a:xfrm>
          <a:prstGeom prst="rect">
            <a:avLst/>
          </a:prstGeom>
          <a:solidFill>
            <a:srgbClr val="A62A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28858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2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6EBBA-F44A-D7DD-48DF-2184C243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ADE79E-7B72-B4C5-A031-65CDEB8C35DB}"/>
              </a:ext>
            </a:extLst>
          </p:cNvPr>
          <p:cNvSpPr/>
          <p:nvPr/>
        </p:nvSpPr>
        <p:spPr>
          <a:xfrm>
            <a:off x="-6" y="33416"/>
            <a:ext cx="12192000" cy="6858000"/>
          </a:xfrm>
          <a:prstGeom prst="rect">
            <a:avLst/>
          </a:prstGeom>
          <a:solidFill>
            <a:srgbClr val="A62A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87E9F58-AF8D-AE32-7CC6-B8722B3968F1}"/>
              </a:ext>
            </a:extLst>
          </p:cNvPr>
          <p:cNvSpPr/>
          <p:nvPr/>
        </p:nvSpPr>
        <p:spPr>
          <a:xfrm>
            <a:off x="490209" y="5230649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9A0CE4B1-61F8-B492-F96D-EA69CFD0CE27}"/>
              </a:ext>
            </a:extLst>
          </p:cNvPr>
          <p:cNvSpPr/>
          <p:nvPr/>
        </p:nvSpPr>
        <p:spPr>
          <a:xfrm>
            <a:off x="10259246" y="5230647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 useBgFill="1"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2C9F267B-1AC7-EC7D-BD4A-7A9EC7EA3E8B}"/>
              </a:ext>
            </a:extLst>
          </p:cNvPr>
          <p:cNvSpPr/>
          <p:nvPr/>
        </p:nvSpPr>
        <p:spPr>
          <a:xfrm>
            <a:off x="9338193" y="5230647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 useBgFill="1"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44D3DF1F-C3BE-EEC9-EDF2-9445D8E95724}"/>
              </a:ext>
            </a:extLst>
          </p:cNvPr>
          <p:cNvSpPr/>
          <p:nvPr/>
        </p:nvSpPr>
        <p:spPr>
          <a:xfrm>
            <a:off x="2155408" y="5230647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 useBgFill="1"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207DE66-FC5F-352F-B56D-DA54D81C8658}"/>
              </a:ext>
            </a:extLst>
          </p:cNvPr>
          <p:cNvSpPr/>
          <p:nvPr/>
        </p:nvSpPr>
        <p:spPr>
          <a:xfrm>
            <a:off x="1318849" y="5230647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15B2B-4D1C-4E0F-D996-E48C2AF8BDF0}"/>
              </a:ext>
            </a:extLst>
          </p:cNvPr>
          <p:cNvSpPr txBox="1"/>
          <p:nvPr/>
        </p:nvSpPr>
        <p:spPr>
          <a:xfrm>
            <a:off x="2697610" y="1767621"/>
            <a:ext cx="6778730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Problem</a:t>
            </a:r>
            <a:endParaRPr lang="ru-UA" sz="88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54ED7-401C-31C3-8ACB-E39C7E85B211}"/>
              </a:ext>
            </a:extLst>
          </p:cNvPr>
          <p:cNvSpPr txBox="1"/>
          <p:nvPr/>
        </p:nvSpPr>
        <p:spPr>
          <a:xfrm>
            <a:off x="535644" y="3214171"/>
            <a:ext cx="11120699" cy="193899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fundamental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issue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not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task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recording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but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intelligent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time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orchestration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Conventional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calendars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remain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passive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containers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in a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rapidly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shifting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environment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offer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no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dynamic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prioritization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no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context-aware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guidance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no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mechanisms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prevent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cognitive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overload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—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leaving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navigate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complexity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unaided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 So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it‘s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must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change</a:t>
            </a:r>
            <a:endParaRPr lang="en-US" sz="20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pic>
        <p:nvPicPr>
          <p:cNvPr id="9" name="Рисунок 8" descr="Вопросы со сплошной заливкой">
            <a:extLst>
              <a:ext uri="{FF2B5EF4-FFF2-40B4-BE49-F238E27FC236}">
                <a16:creationId xmlns:a16="http://schemas.microsoft.com/office/drawing/2014/main" id="{F3753F84-B662-80D1-5DB4-8A3F62CDE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097" y="297439"/>
            <a:ext cx="1455805" cy="1455805"/>
          </a:xfrm>
          <a:prstGeom prst="rect">
            <a:avLst/>
          </a:prstGeom>
        </p:spPr>
      </p:pic>
      <p:sp useBgFill="1"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4365ABA-9367-D5E5-8965-ED4E94084D19}"/>
              </a:ext>
            </a:extLst>
          </p:cNvPr>
          <p:cNvSpPr/>
          <p:nvPr/>
        </p:nvSpPr>
        <p:spPr>
          <a:xfrm>
            <a:off x="11180299" y="5230647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94958391-F9A8-EDBE-8B27-40020868B9D8}"/>
              </a:ext>
            </a:extLst>
          </p:cNvPr>
          <p:cNvSpPr/>
          <p:nvPr/>
        </p:nvSpPr>
        <p:spPr>
          <a:xfrm>
            <a:off x="-9955665" y="297439"/>
            <a:ext cx="6126480" cy="6126480"/>
          </a:xfrm>
          <a:prstGeom prst="ellipse">
            <a:avLst/>
          </a:prstGeom>
          <a:solidFill>
            <a:srgbClr val="A62A67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84812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" presetClass="emph" presetSubtype="0" repeatCount="indefinite" accel="50000" decel="50000" autoRev="1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400"/>
                            </p:stCondLst>
                            <p:childTnLst>
                              <p:par>
                                <p:cTn id="11" presetID="6" presetClass="emph" presetSubtype="0" repeatCount="indefinite" accel="50000" decel="50000" autoRev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200"/>
                            </p:stCondLst>
                            <p:childTnLst>
                              <p:par>
                                <p:cTn id="14" presetID="6" presetClass="emph" presetSubtype="0" repeatCount="indefinite" accel="50000" decel="50000" autoRev="1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600"/>
                            </p:stCondLst>
                            <p:childTnLst>
                              <p:par>
                                <p:cTn id="17" presetID="6" presetClass="emph" presetSubtype="0" repeatCount="indefinite" accel="50000" decel="50000" autoRev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8" dur="1500" fill="hold"/>
                                        <p:tgtEl>
                                          <p:spTgt spid="24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400"/>
                            </p:stCondLst>
                            <p:childTnLst>
                              <p:par>
                                <p:cTn id="20" presetID="6" presetClass="emph" presetSubtype="0" repeatCount="indefinite" accel="50000" decel="50000" autoRev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3" grpId="0" animBg="1"/>
      <p:bldP spid="24" grpId="0" animBg="1"/>
      <p:bldP spid="21" grpId="0" animBg="1"/>
      <p:bldP spid="20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2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D545F-F2F0-AA88-89A7-C4B99711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D08CB1-6C1C-E871-6525-D3560E6079F6}"/>
              </a:ext>
            </a:extLst>
          </p:cNvPr>
          <p:cNvSpPr/>
          <p:nvPr/>
        </p:nvSpPr>
        <p:spPr>
          <a:xfrm>
            <a:off x="-6" y="33416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2376F-CDD4-79C2-A00A-24D48E660A12}"/>
              </a:ext>
            </a:extLst>
          </p:cNvPr>
          <p:cNvSpPr txBox="1"/>
          <p:nvPr/>
        </p:nvSpPr>
        <p:spPr>
          <a:xfrm>
            <a:off x="1915762" y="1944186"/>
            <a:ext cx="8360469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Poppins SemiBold" pitchFamily="2" charset="0"/>
              </a:rPr>
              <a:t>Solution</a:t>
            </a:r>
            <a:endParaRPr lang="ru-UA" sz="88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8CA110-4701-E323-EB3A-6658AA5338EE}"/>
              </a:ext>
            </a:extLst>
          </p:cNvPr>
          <p:cNvSpPr txBox="1"/>
          <p:nvPr/>
        </p:nvSpPr>
        <p:spPr>
          <a:xfrm>
            <a:off x="790346" y="3372015"/>
            <a:ext cx="10611293" cy="206210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Our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project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AI-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driven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personal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management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system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that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merges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Smart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Calendar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with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Assistant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Friend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helps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organize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their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plan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events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receive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personalized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insights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with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minimal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effort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Through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context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awareness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adaptive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recommendations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system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makes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daily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routines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smoother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smarter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more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intuitive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endParaRPr lang="ru-UA" sz="20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sp useBgFill="1"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3B66AFB-AC2A-EA7D-2601-32F324E59200}"/>
              </a:ext>
            </a:extLst>
          </p:cNvPr>
          <p:cNvSpPr/>
          <p:nvPr/>
        </p:nvSpPr>
        <p:spPr>
          <a:xfrm>
            <a:off x="490209" y="7168151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372ACA2-D7A3-8D6A-040B-E619972FB18C}"/>
              </a:ext>
            </a:extLst>
          </p:cNvPr>
          <p:cNvSpPr/>
          <p:nvPr/>
        </p:nvSpPr>
        <p:spPr>
          <a:xfrm>
            <a:off x="10259246" y="7168149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 useBgFill="1"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6C75E493-A802-D48B-8E0D-C57528082295}"/>
              </a:ext>
            </a:extLst>
          </p:cNvPr>
          <p:cNvSpPr/>
          <p:nvPr/>
        </p:nvSpPr>
        <p:spPr>
          <a:xfrm>
            <a:off x="9338193" y="7168149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 useBgFill="1"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99730B7-9C04-42FB-2872-9AF6A1E51B3A}"/>
              </a:ext>
            </a:extLst>
          </p:cNvPr>
          <p:cNvSpPr/>
          <p:nvPr/>
        </p:nvSpPr>
        <p:spPr>
          <a:xfrm>
            <a:off x="2155408" y="7168149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 useBgFill="1"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1845622C-8563-CD86-C4F3-2A81E2FC94AA}"/>
              </a:ext>
            </a:extLst>
          </p:cNvPr>
          <p:cNvSpPr/>
          <p:nvPr/>
        </p:nvSpPr>
        <p:spPr>
          <a:xfrm>
            <a:off x="1318849" y="7168149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10E975C-FEED-B01E-D3B4-BC905CA1462F}"/>
              </a:ext>
            </a:extLst>
          </p:cNvPr>
          <p:cNvSpPr/>
          <p:nvPr/>
        </p:nvSpPr>
        <p:spPr>
          <a:xfrm>
            <a:off x="11180299" y="7168149"/>
            <a:ext cx="712874" cy="339497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5F224A-9E3C-D42E-E055-E6D74582AB10}"/>
              </a:ext>
            </a:extLst>
          </p:cNvPr>
          <p:cNvSpPr/>
          <p:nvPr/>
        </p:nvSpPr>
        <p:spPr>
          <a:xfrm>
            <a:off x="12191991" y="33416"/>
            <a:ext cx="12192000" cy="6858000"/>
          </a:xfrm>
          <a:prstGeom prst="rect">
            <a:avLst/>
          </a:prstGeom>
          <a:solidFill>
            <a:srgbClr val="A62A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8D548-26D0-11B6-5C39-0B1B696774B7}"/>
              </a:ext>
            </a:extLst>
          </p:cNvPr>
          <p:cNvSpPr txBox="1"/>
          <p:nvPr/>
        </p:nvSpPr>
        <p:spPr>
          <a:xfrm>
            <a:off x="14889607" y="1767621"/>
            <a:ext cx="6778730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Problem</a:t>
            </a:r>
            <a:endParaRPr lang="ru-UA" sz="88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436B4-84DC-3A7B-894C-DCD764BC2F1A}"/>
              </a:ext>
            </a:extLst>
          </p:cNvPr>
          <p:cNvSpPr txBox="1"/>
          <p:nvPr/>
        </p:nvSpPr>
        <p:spPr>
          <a:xfrm>
            <a:off x="14431900" y="3282043"/>
            <a:ext cx="7720516" cy="181588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What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real-world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problem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does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our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project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solve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why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is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important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for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improving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decision-making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way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people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interact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with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financial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data</a:t>
            </a:r>
            <a:r>
              <a:rPr lang="sk-SK" sz="28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?</a:t>
            </a:r>
            <a:endParaRPr lang="en-US" sz="28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pic>
        <p:nvPicPr>
          <p:cNvPr id="16" name="Рисунок 15" descr="Вопросы со сплошной заливкой">
            <a:extLst>
              <a:ext uri="{FF2B5EF4-FFF2-40B4-BE49-F238E27FC236}">
                <a16:creationId xmlns:a16="http://schemas.microsoft.com/office/drawing/2014/main" id="{BD97B1CA-0D9C-41D6-87FA-26317E365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60094" y="297439"/>
            <a:ext cx="1455805" cy="1455805"/>
          </a:xfrm>
          <a:prstGeom prst="rect">
            <a:avLst/>
          </a:prstGeom>
        </p:spPr>
      </p:pic>
      <p:pic>
        <p:nvPicPr>
          <p:cNvPr id="18" name="Рисунок 17" descr="Мозговой штурм со сплошной заливкой">
            <a:extLst>
              <a:ext uri="{FF2B5EF4-FFF2-40B4-BE49-F238E27FC236}">
                <a16:creationId xmlns:a16="http://schemas.microsoft.com/office/drawing/2014/main" id="{1FF6375B-D920-FE07-FC12-F4BD6BF71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345" y="384889"/>
            <a:ext cx="1559297" cy="155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97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" presetClass="emph" presetSubtype="0" repeatCount="indefinite" accel="50000" decel="50000" autoRev="1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400"/>
                            </p:stCondLst>
                            <p:childTnLst>
                              <p:par>
                                <p:cTn id="11" presetID="6" presetClass="emph" presetSubtype="0" repeatCount="indefinite" accel="50000" decel="50000" autoRev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200"/>
                            </p:stCondLst>
                            <p:childTnLst>
                              <p:par>
                                <p:cTn id="14" presetID="6" presetClass="emph" presetSubtype="0" repeatCount="indefinite" accel="50000" decel="50000" autoRev="1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600"/>
                            </p:stCondLst>
                            <p:childTnLst>
                              <p:par>
                                <p:cTn id="17" presetID="6" presetClass="emph" presetSubtype="0" repeatCount="indefinite" accel="50000" decel="50000" autoRev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8" dur="1500" fill="hold"/>
                                        <p:tgtEl>
                                          <p:spTgt spid="9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400"/>
                            </p:stCondLst>
                            <p:childTnLst>
                              <p:par>
                                <p:cTn id="20" presetID="6" presetClass="emph" presetSubtype="0" repeatCount="indefinite" accel="50000" decel="50000" autoRev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00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A8A0C-B694-E792-1881-44DFB1B8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>
            <a:extLst>
              <a:ext uri="{FF2B5EF4-FFF2-40B4-BE49-F238E27FC236}">
                <a16:creationId xmlns:a16="http://schemas.microsoft.com/office/drawing/2014/main" id="{05015808-76BE-B7D8-6AA4-B4D2F25D8E1F}"/>
              </a:ext>
            </a:extLst>
          </p:cNvPr>
          <p:cNvSpPr/>
          <p:nvPr/>
        </p:nvSpPr>
        <p:spPr>
          <a:xfrm>
            <a:off x="3032760" y="365760"/>
            <a:ext cx="6126480" cy="6126480"/>
          </a:xfrm>
          <a:prstGeom prst="ellipse">
            <a:avLst/>
          </a:prstGeom>
          <a:solidFill>
            <a:srgbClr val="B82F72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977EB-40A1-5A43-DDE3-942D3301B872}"/>
              </a:ext>
            </a:extLst>
          </p:cNvPr>
          <p:cNvSpPr txBox="1"/>
          <p:nvPr/>
        </p:nvSpPr>
        <p:spPr>
          <a:xfrm>
            <a:off x="4363476" y="3610376"/>
            <a:ext cx="3465033" cy="10926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5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Solution</a:t>
            </a:r>
            <a:endParaRPr lang="ru-UA" sz="65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pic>
        <p:nvPicPr>
          <p:cNvPr id="5" name="Рисунок 4" descr="Одна шестеренка со сплошной заливкой">
            <a:extLst>
              <a:ext uri="{FF2B5EF4-FFF2-40B4-BE49-F238E27FC236}">
                <a16:creationId xmlns:a16="http://schemas.microsoft.com/office/drawing/2014/main" id="{7E15445A-FF22-E678-96EF-B5706B537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4333" y="634999"/>
            <a:ext cx="2963333" cy="2963333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42CF76-2AC4-8DEB-0779-6FB1010FEDCB}"/>
              </a:ext>
            </a:extLst>
          </p:cNvPr>
          <p:cNvSpPr/>
          <p:nvPr/>
        </p:nvSpPr>
        <p:spPr>
          <a:xfrm>
            <a:off x="-6" y="-6858000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AC2BB-5C6F-5A36-8937-282F70EEC2C9}"/>
              </a:ext>
            </a:extLst>
          </p:cNvPr>
          <p:cNvSpPr txBox="1"/>
          <p:nvPr/>
        </p:nvSpPr>
        <p:spPr>
          <a:xfrm>
            <a:off x="1915762" y="-4947230"/>
            <a:ext cx="8360469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Poppins SemiBold" pitchFamily="2" charset="0"/>
              </a:rPr>
              <a:t>Answer</a:t>
            </a:r>
            <a:endParaRPr lang="ru-UA" sz="88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E8A64-28DE-0677-0393-1E223519DAF7}"/>
              </a:ext>
            </a:extLst>
          </p:cNvPr>
          <p:cNvSpPr txBox="1"/>
          <p:nvPr/>
        </p:nvSpPr>
        <p:spPr>
          <a:xfrm>
            <a:off x="633137" y="-3611057"/>
            <a:ext cx="10611293" cy="13849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Our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project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visualizes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personal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spending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on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an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interactive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world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map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with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clear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dashboards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and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an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AI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chatbot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— plus a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unique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feature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that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reveals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what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basic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receipts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</a:t>
            </a:r>
            <a:r>
              <a:rPr lang="sk-SK" sz="2800" b="1" dirty="0" err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can’t</a:t>
            </a:r>
            <a:r>
              <a:rPr lang="sk-SK" sz="28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 show.</a:t>
            </a:r>
            <a:endParaRPr lang="ru-UA" sz="28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Poppins Medium" pitchFamily="2" charset="0"/>
            </a:endParaRPr>
          </a:p>
        </p:txBody>
      </p:sp>
      <p:pic>
        <p:nvPicPr>
          <p:cNvPr id="12" name="Рисунок 11" descr="Мозговой штурм со сплошной заливкой">
            <a:extLst>
              <a:ext uri="{FF2B5EF4-FFF2-40B4-BE49-F238E27FC236}">
                <a16:creationId xmlns:a16="http://schemas.microsoft.com/office/drawing/2014/main" id="{94A743A3-9B9E-37AD-DF68-58017F16B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345" y="-6282449"/>
            <a:ext cx="1559297" cy="1559297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54CF5AD-9696-3426-AA40-198551CE6DAA}"/>
              </a:ext>
            </a:extLst>
          </p:cNvPr>
          <p:cNvSpPr/>
          <p:nvPr/>
        </p:nvSpPr>
        <p:spPr>
          <a:xfrm>
            <a:off x="12192000" y="0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1349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2F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EEC26-8E23-7005-DE4C-169E788E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3658131-8A2A-DDCB-80CD-28EDC5FDA1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2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C0CC8-C475-E194-2E39-2BE5F0027221}"/>
              </a:ext>
            </a:extLst>
          </p:cNvPr>
          <p:cNvSpPr txBox="1"/>
          <p:nvPr/>
        </p:nvSpPr>
        <p:spPr>
          <a:xfrm>
            <a:off x="1840573" y="235748"/>
            <a:ext cx="7925674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" pitchFamily="2" charset="0"/>
              </a:rPr>
              <a:t>Calendar</a:t>
            </a:r>
          </a:p>
        </p:txBody>
      </p:sp>
      <p:pic>
        <p:nvPicPr>
          <p:cNvPr id="5" name="Рисунок 4" descr="Одна шестеренка со сплошной заливкой">
            <a:extLst>
              <a:ext uri="{FF2B5EF4-FFF2-40B4-BE49-F238E27FC236}">
                <a16:creationId xmlns:a16="http://schemas.microsoft.com/office/drawing/2014/main" id="{8CA1A70A-9720-02E7-E735-7A547B409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899" y="7861366"/>
            <a:ext cx="1568674" cy="1568674"/>
          </a:xfrm>
          <a:prstGeom prst="rect">
            <a:avLst/>
          </a:prstGeom>
        </p:spPr>
      </p:pic>
      <p:pic>
        <p:nvPicPr>
          <p:cNvPr id="21" name="Рисунок 20" descr="Одна шестеренка со сплошной заливкой">
            <a:extLst>
              <a:ext uri="{FF2B5EF4-FFF2-40B4-BE49-F238E27FC236}">
                <a16:creationId xmlns:a16="http://schemas.microsoft.com/office/drawing/2014/main" id="{39CABEF5-5E1A-03B5-AAB5-B3DF184A1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3240" y="6858000"/>
            <a:ext cx="1568674" cy="1568674"/>
          </a:xfrm>
          <a:prstGeom prst="rect">
            <a:avLst/>
          </a:prstGeom>
        </p:spPr>
      </p:pic>
      <p:pic>
        <p:nvPicPr>
          <p:cNvPr id="23" name="Рисунок 22" descr="Одна шестеренка со сплошной заливкой">
            <a:extLst>
              <a:ext uri="{FF2B5EF4-FFF2-40B4-BE49-F238E27FC236}">
                <a16:creationId xmlns:a16="http://schemas.microsoft.com/office/drawing/2014/main" id="{596B3D83-CC6A-258F-26E8-98FD5D7D9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52" y="7558685"/>
            <a:ext cx="1568674" cy="1568674"/>
          </a:xfrm>
          <a:prstGeom prst="rect">
            <a:avLst/>
          </a:prstGeom>
        </p:spPr>
      </p:pic>
      <p:sp useBgFill="1"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2B3CE75-9C52-0B89-8B71-E46922C657B2}"/>
              </a:ext>
            </a:extLst>
          </p:cNvPr>
          <p:cNvSpPr/>
          <p:nvPr/>
        </p:nvSpPr>
        <p:spPr>
          <a:xfrm rot="2378276">
            <a:off x="-554751" y="-3932776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A9A9065-AEAC-A04E-8A59-5C86EFB07C41}"/>
              </a:ext>
            </a:extLst>
          </p:cNvPr>
          <p:cNvSpPr/>
          <p:nvPr/>
        </p:nvSpPr>
        <p:spPr>
          <a:xfrm rot="2378276">
            <a:off x="9946803" y="8918746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25" name="Рисунок 24" descr="Одна шестеренка со сплошной заливкой">
            <a:extLst>
              <a:ext uri="{FF2B5EF4-FFF2-40B4-BE49-F238E27FC236}">
                <a16:creationId xmlns:a16="http://schemas.microsoft.com/office/drawing/2014/main" id="{9AA84A21-D653-3795-8BFE-CBE70363D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300" y="6980286"/>
            <a:ext cx="1489626" cy="1489626"/>
          </a:xfrm>
          <a:prstGeom prst="rect">
            <a:avLst/>
          </a:prstGeom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B842E67-4D29-7171-89BC-1D71E24A9F5F}"/>
              </a:ext>
            </a:extLst>
          </p:cNvPr>
          <p:cNvSpPr/>
          <p:nvPr/>
        </p:nvSpPr>
        <p:spPr>
          <a:xfrm>
            <a:off x="12242340" y="0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2065EA-F28D-6A58-FB87-CC1E8D8B73CF}"/>
              </a:ext>
            </a:extLst>
          </p:cNvPr>
          <p:cNvSpPr txBox="1"/>
          <p:nvPr/>
        </p:nvSpPr>
        <p:spPr>
          <a:xfrm>
            <a:off x="13721226" y="119007"/>
            <a:ext cx="8894649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" pitchFamily="2" charset="0"/>
              </a:rPr>
              <a:t>AI</a:t>
            </a:r>
            <a:endParaRPr lang="ru-UA" sz="72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" pitchFamily="2" charset="0"/>
            </a:endParaRPr>
          </a:p>
        </p:txBody>
      </p:sp>
      <p:graphicFrame>
        <p:nvGraphicFramePr>
          <p:cNvPr id="31" name="Схема 30">
            <a:extLst>
              <a:ext uri="{FF2B5EF4-FFF2-40B4-BE49-F238E27FC236}">
                <a16:creationId xmlns:a16="http://schemas.microsoft.com/office/drawing/2014/main" id="{71870CBF-31AE-6551-C4CD-FEFBB70AE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4824290"/>
              </p:ext>
            </p:extLst>
          </p:nvPr>
        </p:nvGraphicFramePr>
        <p:xfrm>
          <a:off x="16150454" y="2139057"/>
          <a:ext cx="7252770" cy="3829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32" name="Рисунок 31" descr="Статистика со сплошной заливкой">
            <a:extLst>
              <a:ext uri="{FF2B5EF4-FFF2-40B4-BE49-F238E27FC236}">
                <a16:creationId xmlns:a16="http://schemas.microsoft.com/office/drawing/2014/main" id="{E28EC5A7-90AA-0A1D-3E4B-B6E169085A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43388" y="554201"/>
            <a:ext cx="1327057" cy="1327057"/>
          </a:xfrm>
          <a:prstGeom prst="rect">
            <a:avLst/>
          </a:prstGeom>
        </p:spPr>
      </p:pic>
      <p:pic>
        <p:nvPicPr>
          <p:cNvPr id="33" name="Рисунок 32" descr="Месячный календарь со сплошной заливкой">
            <a:extLst>
              <a:ext uri="{FF2B5EF4-FFF2-40B4-BE49-F238E27FC236}">
                <a16:creationId xmlns:a16="http://schemas.microsoft.com/office/drawing/2014/main" id="{C8D3B110-B345-DEEB-8C81-B691A73755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334712" y="806209"/>
            <a:ext cx="1914760" cy="1914760"/>
          </a:xfrm>
          <a:prstGeom prst="rect">
            <a:avLst/>
          </a:prstGeom>
        </p:spPr>
      </p:pic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2A1169E-CD80-34A7-135F-F0F15D018AFF}"/>
              </a:ext>
            </a:extLst>
          </p:cNvPr>
          <p:cNvSpPr/>
          <p:nvPr/>
        </p:nvSpPr>
        <p:spPr>
          <a:xfrm>
            <a:off x="23691294" y="1679697"/>
            <a:ext cx="161116" cy="1677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49E8EFB4-AA3D-F0E5-9D45-2231C7497613}"/>
              </a:ext>
            </a:extLst>
          </p:cNvPr>
          <p:cNvSpPr/>
          <p:nvPr/>
        </p:nvSpPr>
        <p:spPr>
          <a:xfrm>
            <a:off x="23211534" y="1920713"/>
            <a:ext cx="161116" cy="167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3F42089-8347-4649-2DD9-1F4AC1B49853}"/>
              </a:ext>
            </a:extLst>
          </p:cNvPr>
          <p:cNvSpPr/>
          <p:nvPr/>
        </p:nvSpPr>
        <p:spPr>
          <a:xfrm>
            <a:off x="22969677" y="1679697"/>
            <a:ext cx="161116" cy="167784"/>
          </a:xfrm>
          <a:prstGeom prst="rect">
            <a:avLst/>
          </a:prstGeom>
          <a:solidFill>
            <a:srgbClr val="0172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44" name="Овал 43">
            <a:extLst>
              <a:ext uri="{FF2B5EF4-FFF2-40B4-BE49-F238E27FC236}">
                <a16:creationId xmlns:a16="http://schemas.microsoft.com/office/drawing/2014/main" id="{502B6AF6-044D-E65C-B015-CE70DAC03FBF}"/>
              </a:ext>
            </a:extLst>
          </p:cNvPr>
          <p:cNvSpPr/>
          <p:nvPr/>
        </p:nvSpPr>
        <p:spPr>
          <a:xfrm>
            <a:off x="1702609" y="3738633"/>
            <a:ext cx="1489626" cy="14896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C4A6A9-56D1-C6F8-CE62-77E0B74DB340}"/>
              </a:ext>
            </a:extLst>
          </p:cNvPr>
          <p:cNvSpPr txBox="1"/>
          <p:nvPr/>
        </p:nvSpPr>
        <p:spPr>
          <a:xfrm>
            <a:off x="15412410" y="1406382"/>
            <a:ext cx="212493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Assistant</a:t>
            </a:r>
            <a:endParaRPr lang="ru-UA" sz="3200" b="1" i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 useBgFill="1">
        <p:nvSpPr>
          <p:cNvPr id="54" name="Овал 53">
            <a:extLst>
              <a:ext uri="{FF2B5EF4-FFF2-40B4-BE49-F238E27FC236}">
                <a16:creationId xmlns:a16="http://schemas.microsoft.com/office/drawing/2014/main" id="{2395760F-5DD5-2FFF-3240-FB232C4FB171}"/>
              </a:ext>
            </a:extLst>
          </p:cNvPr>
          <p:cNvSpPr/>
          <p:nvPr/>
        </p:nvSpPr>
        <p:spPr>
          <a:xfrm>
            <a:off x="9754276" y="2377599"/>
            <a:ext cx="1361034" cy="13610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graphicFrame>
        <p:nvGraphicFramePr>
          <p:cNvPr id="40" name="Схема 39">
            <a:extLst>
              <a:ext uri="{FF2B5EF4-FFF2-40B4-BE49-F238E27FC236}">
                <a16:creationId xmlns:a16="http://schemas.microsoft.com/office/drawing/2014/main" id="{78D1CA43-AF2F-F76D-9CE2-F01DA92BF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2680729"/>
              </p:ext>
            </p:extLst>
          </p:nvPr>
        </p:nvGraphicFramePr>
        <p:xfrm>
          <a:off x="12049925" y="2165249"/>
          <a:ext cx="8525247" cy="3803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 useBgFill="1">
        <p:nvSpPr>
          <p:cNvPr id="49" name="Овал 48">
            <a:extLst>
              <a:ext uri="{FF2B5EF4-FFF2-40B4-BE49-F238E27FC236}">
                <a16:creationId xmlns:a16="http://schemas.microsoft.com/office/drawing/2014/main" id="{58102B65-EBAF-1C70-46B9-BB96302B92B8}"/>
              </a:ext>
            </a:extLst>
          </p:cNvPr>
          <p:cNvSpPr/>
          <p:nvPr/>
        </p:nvSpPr>
        <p:spPr>
          <a:xfrm>
            <a:off x="6460435" y="2422679"/>
            <a:ext cx="1814601" cy="18146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D97BF6-665C-5EB8-9081-4BB2B4F843DE}"/>
              </a:ext>
            </a:extLst>
          </p:cNvPr>
          <p:cNvSpPr txBox="1"/>
          <p:nvPr/>
        </p:nvSpPr>
        <p:spPr>
          <a:xfrm>
            <a:off x="19019969" y="1406381"/>
            <a:ext cx="212493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Poppins SemiBold" pitchFamily="2" charset="0"/>
              </a:rPr>
              <a:t>Friend</a:t>
            </a:r>
            <a:endParaRPr lang="ru-UA" sz="3200" b="1" i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B6C090-2B75-CA34-4751-9D907596D21D}"/>
              </a:ext>
            </a:extLst>
          </p:cNvPr>
          <p:cNvSpPr txBox="1"/>
          <p:nvPr/>
        </p:nvSpPr>
        <p:spPr>
          <a:xfrm>
            <a:off x="2308931" y="1997839"/>
            <a:ext cx="7574139" cy="286232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Our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Smart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Calendar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AI-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enhanced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scheduling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system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that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adapts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user’s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lifestyle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daily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patterns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simplifies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event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creation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automatically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adjusts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plans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when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conflicts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arise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delivers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context-aware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reminders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at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most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relevant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moment.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By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understanding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habits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location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real-time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conditions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calendar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helps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stay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organized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with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minimal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manual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effort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 </a:t>
            </a:r>
            <a:endParaRPr lang="ru-UA" sz="20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sp useBgFill="1">
        <p:nvSpPr>
          <p:cNvPr id="43" name="Овал 42">
            <a:extLst>
              <a:ext uri="{FF2B5EF4-FFF2-40B4-BE49-F238E27FC236}">
                <a16:creationId xmlns:a16="http://schemas.microsoft.com/office/drawing/2014/main" id="{259B4C8B-457F-ABC3-375E-76D18B9CD3C2}"/>
              </a:ext>
            </a:extLst>
          </p:cNvPr>
          <p:cNvSpPr/>
          <p:nvPr/>
        </p:nvSpPr>
        <p:spPr>
          <a:xfrm>
            <a:off x="475916" y="5444734"/>
            <a:ext cx="1125496" cy="112549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45" name="Овал 44">
            <a:extLst>
              <a:ext uri="{FF2B5EF4-FFF2-40B4-BE49-F238E27FC236}">
                <a16:creationId xmlns:a16="http://schemas.microsoft.com/office/drawing/2014/main" id="{A9BFADD8-C959-653D-AD99-AF198E099AAE}"/>
              </a:ext>
            </a:extLst>
          </p:cNvPr>
          <p:cNvSpPr/>
          <p:nvPr/>
        </p:nvSpPr>
        <p:spPr>
          <a:xfrm>
            <a:off x="173983" y="2377599"/>
            <a:ext cx="1125496" cy="112549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46" name="Овал 45">
            <a:extLst>
              <a:ext uri="{FF2B5EF4-FFF2-40B4-BE49-F238E27FC236}">
                <a16:creationId xmlns:a16="http://schemas.microsoft.com/office/drawing/2014/main" id="{1A26C277-C2B7-70C4-1189-8C674C9FDF0F}"/>
              </a:ext>
            </a:extLst>
          </p:cNvPr>
          <p:cNvSpPr/>
          <p:nvPr/>
        </p:nvSpPr>
        <p:spPr>
          <a:xfrm>
            <a:off x="1622092" y="508274"/>
            <a:ext cx="1125496" cy="112549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47" name="Овал 46">
            <a:extLst>
              <a:ext uri="{FF2B5EF4-FFF2-40B4-BE49-F238E27FC236}">
                <a16:creationId xmlns:a16="http://schemas.microsoft.com/office/drawing/2014/main" id="{602CAEA8-9A2E-2DBF-0F91-A0B273C43538}"/>
              </a:ext>
            </a:extLst>
          </p:cNvPr>
          <p:cNvSpPr/>
          <p:nvPr/>
        </p:nvSpPr>
        <p:spPr>
          <a:xfrm>
            <a:off x="3948872" y="5676411"/>
            <a:ext cx="1125496" cy="112549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48" name="Овал 47">
            <a:extLst>
              <a:ext uri="{FF2B5EF4-FFF2-40B4-BE49-F238E27FC236}">
                <a16:creationId xmlns:a16="http://schemas.microsoft.com/office/drawing/2014/main" id="{02918D7D-F822-2987-3998-EB3603C5EF94}"/>
              </a:ext>
            </a:extLst>
          </p:cNvPr>
          <p:cNvSpPr/>
          <p:nvPr/>
        </p:nvSpPr>
        <p:spPr>
          <a:xfrm>
            <a:off x="244712" y="343800"/>
            <a:ext cx="462409" cy="462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50" name="Овал 49">
            <a:extLst>
              <a:ext uri="{FF2B5EF4-FFF2-40B4-BE49-F238E27FC236}">
                <a16:creationId xmlns:a16="http://schemas.microsoft.com/office/drawing/2014/main" id="{5A445A87-F2B7-7A6B-258E-4A935AF484F4}"/>
              </a:ext>
            </a:extLst>
          </p:cNvPr>
          <p:cNvSpPr/>
          <p:nvPr/>
        </p:nvSpPr>
        <p:spPr>
          <a:xfrm>
            <a:off x="9993217" y="4518305"/>
            <a:ext cx="2012217" cy="201221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51" name="Овал 50">
            <a:extLst>
              <a:ext uri="{FF2B5EF4-FFF2-40B4-BE49-F238E27FC236}">
                <a16:creationId xmlns:a16="http://schemas.microsoft.com/office/drawing/2014/main" id="{657EE023-4601-C483-4851-AFAFD3B6BF65}"/>
              </a:ext>
            </a:extLst>
          </p:cNvPr>
          <p:cNvSpPr/>
          <p:nvPr/>
        </p:nvSpPr>
        <p:spPr>
          <a:xfrm>
            <a:off x="6249889" y="5373713"/>
            <a:ext cx="342837" cy="342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52" name="Овал 51">
            <a:extLst>
              <a:ext uri="{FF2B5EF4-FFF2-40B4-BE49-F238E27FC236}">
                <a16:creationId xmlns:a16="http://schemas.microsoft.com/office/drawing/2014/main" id="{59677E87-E292-F8C1-3048-0B389805556F}"/>
              </a:ext>
            </a:extLst>
          </p:cNvPr>
          <p:cNvSpPr/>
          <p:nvPr/>
        </p:nvSpPr>
        <p:spPr>
          <a:xfrm>
            <a:off x="7661449" y="5505278"/>
            <a:ext cx="1004409" cy="1004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53" name="Овал 52">
            <a:extLst>
              <a:ext uri="{FF2B5EF4-FFF2-40B4-BE49-F238E27FC236}">
                <a16:creationId xmlns:a16="http://schemas.microsoft.com/office/drawing/2014/main" id="{3EA7BAAA-BDBF-EA4F-66A8-70B0EBCC2B9C}"/>
              </a:ext>
            </a:extLst>
          </p:cNvPr>
          <p:cNvSpPr/>
          <p:nvPr/>
        </p:nvSpPr>
        <p:spPr>
          <a:xfrm>
            <a:off x="8711294" y="628069"/>
            <a:ext cx="1004409" cy="1004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55" name="Овал 54">
            <a:extLst>
              <a:ext uri="{FF2B5EF4-FFF2-40B4-BE49-F238E27FC236}">
                <a16:creationId xmlns:a16="http://schemas.microsoft.com/office/drawing/2014/main" id="{760014EA-DFEF-18C7-9BB2-B1F35858E16D}"/>
              </a:ext>
            </a:extLst>
          </p:cNvPr>
          <p:cNvSpPr/>
          <p:nvPr/>
        </p:nvSpPr>
        <p:spPr>
          <a:xfrm>
            <a:off x="10276205" y="95677"/>
            <a:ext cx="1627904" cy="16279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70A3BE81-215B-E815-488A-6F33DF886EF2}"/>
              </a:ext>
            </a:extLst>
          </p:cNvPr>
          <p:cNvSpPr/>
          <p:nvPr/>
        </p:nvSpPr>
        <p:spPr>
          <a:xfrm>
            <a:off x="-10549481" y="365760"/>
            <a:ext cx="6126480" cy="6126480"/>
          </a:xfrm>
          <a:prstGeom prst="ellipse">
            <a:avLst/>
          </a:prstGeom>
          <a:solidFill>
            <a:srgbClr val="B82F72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4034F-C134-57A0-DB13-56F24F6035E2}"/>
              </a:ext>
            </a:extLst>
          </p:cNvPr>
          <p:cNvSpPr txBox="1"/>
          <p:nvPr/>
        </p:nvSpPr>
        <p:spPr>
          <a:xfrm>
            <a:off x="2449926" y="12159462"/>
            <a:ext cx="8894649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Voice support</a:t>
            </a:r>
            <a:endParaRPr lang="ru-UA" sz="36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pic>
        <p:nvPicPr>
          <p:cNvPr id="4" name="Рисунок 3" descr="Радиомикрофон со сплошной заливкой">
            <a:extLst>
              <a:ext uri="{FF2B5EF4-FFF2-40B4-BE49-F238E27FC236}">
                <a16:creationId xmlns:a16="http://schemas.microsoft.com/office/drawing/2014/main" id="{4FC86FDF-6ACE-FDD4-C9D8-7CD8F6F16E2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57248" y="12180881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4.16667E-6 -4.07407E-6 L 0.03763 -0.0826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2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08333E-6 3.33333E-6 L 0.03763 -0.0826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786 -0.07246 " pathEditMode="relative" ptsTypes="AA">
                                      <p:cBhvr>
                                        <p:cTn id="18" dur="1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648 -0.06922 " pathEditMode="relative" ptsTypes="AA">
                                      <p:cBhvr>
                                        <p:cTn id="20" dur="1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5047 " pathEditMode="relative" ptsTypes="AA">
                                      <p:cBhvr>
                                        <p:cTn id="22" dur="1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388 -0.10301 " pathEditMode="relative" ptsTypes="AA">
                                      <p:cBhvr>
                                        <p:cTn id="24" dur="1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43 -0.02222 " pathEditMode="relative" ptsTypes="AA">
                                      <p:cBhvr>
                                        <p:cTn id="26" dur="1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5394 " pathEditMode="relative" ptsTypes="AA">
                                      <p:cBhvr>
                                        <p:cTn id="28" dur="1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344 -0.04259 " pathEditMode="relative" ptsTypes="AA">
                                      <p:cBhvr>
                                        <p:cTn id="30" dur="1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02084 -0.07547 " pathEditMode="relative" rAng="0" ptsTypes="AA">
                                      <p:cBhvr>
                                        <p:cTn id="32" dur="1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-377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162 -0.03241 " pathEditMode="relative" ptsTypes="AA">
                                      <p:cBhvr>
                                        <p:cTn id="34" dur="1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21 -0.16273 " pathEditMode="relative" ptsTypes="AA">
                                      <p:cBhvr>
                                        <p:cTn id="36" dur="1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06 -0.02385 " pathEditMode="relative" ptsTypes="AA">
                                      <p:cBhvr>
                                        <p:cTn id="38" dur="1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-2.70833E-6 -1.48148E-6 " pathEditMode="relative" rAng="0" ptsTypes="AA">
                                      <p:cBhvr>
                                        <p:cTn id="40" dur="1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1" y="-169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7187 -0.09907 " pathEditMode="relative" ptsTypes="AA">
                                      <p:cBhvr>
                                        <p:cTn id="42" dur="1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44" grpId="0" animBg="1"/>
      <p:bldP spid="54" grpId="0" animBg="1"/>
      <p:bldP spid="49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2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3C4DA-50C2-9C93-1948-0F1E5A97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062CA6-A645-B90F-6301-AEC6D71047E1}"/>
              </a:ext>
            </a:extLst>
          </p:cNvPr>
          <p:cNvSpPr/>
          <p:nvPr/>
        </p:nvSpPr>
        <p:spPr>
          <a:xfrm>
            <a:off x="41910" y="0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 useBgFill="1"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87F9A39D-DE31-E229-5677-6CBEB56B8C4A}"/>
              </a:ext>
            </a:extLst>
          </p:cNvPr>
          <p:cNvSpPr/>
          <p:nvPr/>
        </p:nvSpPr>
        <p:spPr>
          <a:xfrm rot="2378276">
            <a:off x="10028938" y="3588259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26BE5-3888-2311-EA02-8A98995A0A09}"/>
              </a:ext>
            </a:extLst>
          </p:cNvPr>
          <p:cNvSpPr txBox="1"/>
          <p:nvPr/>
        </p:nvSpPr>
        <p:spPr>
          <a:xfrm>
            <a:off x="1520796" y="119007"/>
            <a:ext cx="8894649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" pitchFamily="2" charset="0"/>
              </a:rPr>
              <a:t>AI</a:t>
            </a:r>
            <a:endParaRPr lang="ru-UA" sz="72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" pitchFamily="2" charset="0"/>
            </a:endParaRPr>
          </a:p>
        </p:txBody>
      </p:sp>
      <p:sp useBgFill="1"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DBFEC917-8266-4A72-1021-988543DC97D5}"/>
              </a:ext>
            </a:extLst>
          </p:cNvPr>
          <p:cNvSpPr/>
          <p:nvPr/>
        </p:nvSpPr>
        <p:spPr>
          <a:xfrm rot="2378276">
            <a:off x="1570247" y="277462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graphicFrame>
        <p:nvGraphicFramePr>
          <p:cNvPr id="35" name="Схема 34">
            <a:extLst>
              <a:ext uri="{FF2B5EF4-FFF2-40B4-BE49-F238E27FC236}">
                <a16:creationId xmlns:a16="http://schemas.microsoft.com/office/drawing/2014/main" id="{AB000CFD-AE88-7950-60C0-3B223F3B4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2302400"/>
              </p:ext>
            </p:extLst>
          </p:nvPr>
        </p:nvGraphicFramePr>
        <p:xfrm>
          <a:off x="3950024" y="2139057"/>
          <a:ext cx="7252770" cy="3829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4" name="Рисунок 53" descr="Статистика со сплошной заливкой">
            <a:extLst>
              <a:ext uri="{FF2B5EF4-FFF2-40B4-BE49-F238E27FC236}">
                <a16:creationId xmlns:a16="http://schemas.microsoft.com/office/drawing/2014/main" id="{BC9CD117-D73F-345B-F480-091E59F80E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958" y="554201"/>
            <a:ext cx="1327057" cy="1327057"/>
          </a:xfrm>
          <a:prstGeom prst="rect">
            <a:avLst/>
          </a:prstGeom>
        </p:spPr>
      </p:pic>
      <p:pic>
        <p:nvPicPr>
          <p:cNvPr id="23" name="Рисунок 22" descr="Одна шестеренка со сплошной заливкой">
            <a:extLst>
              <a:ext uri="{FF2B5EF4-FFF2-40B4-BE49-F238E27FC236}">
                <a16:creationId xmlns:a16="http://schemas.microsoft.com/office/drawing/2014/main" id="{A23EF21F-2DAE-D82D-0415-50E12C8C56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67193" y="5321321"/>
            <a:ext cx="944377" cy="944377"/>
          </a:xfrm>
          <a:prstGeom prst="rect">
            <a:avLst/>
          </a:prstGeom>
        </p:spPr>
      </p:pic>
      <p:pic>
        <p:nvPicPr>
          <p:cNvPr id="21" name="Рисунок 20" descr="Одна шестеренка со сплошной заливкой">
            <a:extLst>
              <a:ext uri="{FF2B5EF4-FFF2-40B4-BE49-F238E27FC236}">
                <a16:creationId xmlns:a16="http://schemas.microsoft.com/office/drawing/2014/main" id="{FDE2BE7E-250F-85EC-B107-6E43356B92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02794" y="5858285"/>
            <a:ext cx="989206" cy="989206"/>
          </a:xfrm>
          <a:prstGeom prst="rect">
            <a:avLst/>
          </a:prstGeom>
        </p:spPr>
      </p:pic>
      <p:pic>
        <p:nvPicPr>
          <p:cNvPr id="5" name="Рисунок 4" descr="Одна шестеренка со сплошной заливкой">
            <a:extLst>
              <a:ext uri="{FF2B5EF4-FFF2-40B4-BE49-F238E27FC236}">
                <a16:creationId xmlns:a16="http://schemas.microsoft.com/office/drawing/2014/main" id="{5B132928-7887-B587-BED7-6F8C3D484E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97" y="5799227"/>
            <a:ext cx="1021123" cy="1021123"/>
          </a:xfrm>
          <a:prstGeom prst="rect">
            <a:avLst/>
          </a:prstGeom>
        </p:spPr>
      </p:pic>
      <p:pic>
        <p:nvPicPr>
          <p:cNvPr id="24" name="Рисунок 23" descr="Одна шестеренка со сплошной заливкой">
            <a:extLst>
              <a:ext uri="{FF2B5EF4-FFF2-40B4-BE49-F238E27FC236}">
                <a16:creationId xmlns:a16="http://schemas.microsoft.com/office/drawing/2014/main" id="{D9C8C947-2410-C596-DE64-831C568B0C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5307" y="5251015"/>
            <a:ext cx="1021123" cy="1021123"/>
          </a:xfrm>
          <a:prstGeom prst="rect">
            <a:avLst/>
          </a:prstGeom>
        </p:spPr>
      </p:pic>
      <p:pic>
        <p:nvPicPr>
          <p:cNvPr id="6" name="Рисунок 5" descr="Месячный календарь со сплошной заливкой">
            <a:extLst>
              <a:ext uri="{FF2B5EF4-FFF2-40B4-BE49-F238E27FC236}">
                <a16:creationId xmlns:a16="http://schemas.microsoft.com/office/drawing/2014/main" id="{1572E71E-E8F3-3EA5-785C-2B28577670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4282" y="806209"/>
            <a:ext cx="1914760" cy="191476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266E57-243A-1A29-FEDD-2FD0E3C94575}"/>
              </a:ext>
            </a:extLst>
          </p:cNvPr>
          <p:cNvSpPr/>
          <p:nvPr/>
        </p:nvSpPr>
        <p:spPr>
          <a:xfrm>
            <a:off x="11490864" y="1679697"/>
            <a:ext cx="161116" cy="1677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6ED7698-0F95-658F-5CFE-22A5A4869DE5}"/>
              </a:ext>
            </a:extLst>
          </p:cNvPr>
          <p:cNvSpPr/>
          <p:nvPr/>
        </p:nvSpPr>
        <p:spPr>
          <a:xfrm>
            <a:off x="11011104" y="1920713"/>
            <a:ext cx="161116" cy="167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8B388B2-6928-CDD0-C1F6-B79ABF52A4DE}"/>
              </a:ext>
            </a:extLst>
          </p:cNvPr>
          <p:cNvSpPr/>
          <p:nvPr/>
        </p:nvSpPr>
        <p:spPr>
          <a:xfrm>
            <a:off x="10769247" y="1679697"/>
            <a:ext cx="161116" cy="167784"/>
          </a:xfrm>
          <a:prstGeom prst="rect">
            <a:avLst/>
          </a:prstGeom>
          <a:solidFill>
            <a:srgbClr val="0172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7005D505-0DBD-8424-9156-C987F363DC8A}"/>
              </a:ext>
            </a:extLst>
          </p:cNvPr>
          <p:cNvSpPr/>
          <p:nvPr/>
        </p:nvSpPr>
        <p:spPr>
          <a:xfrm>
            <a:off x="-10217821" y="226408"/>
            <a:ext cx="6126480" cy="6126480"/>
          </a:xfrm>
          <a:prstGeom prst="ellipse">
            <a:avLst/>
          </a:prstGeom>
          <a:solidFill>
            <a:srgbClr val="B82F72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749AD-24B8-E527-5F61-FBA54CDE6F5A}"/>
              </a:ext>
            </a:extLst>
          </p:cNvPr>
          <p:cNvSpPr txBox="1"/>
          <p:nvPr/>
        </p:nvSpPr>
        <p:spPr>
          <a:xfrm>
            <a:off x="3211980" y="1406382"/>
            <a:ext cx="212493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SemiBold" pitchFamily="2" charset="0"/>
              </a:rPr>
              <a:t>Assistant</a:t>
            </a:r>
            <a:endParaRPr lang="ru-UA" sz="3200" b="1" i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graphicFrame>
        <p:nvGraphicFramePr>
          <p:cNvPr id="32" name="Схема 31">
            <a:extLst>
              <a:ext uri="{FF2B5EF4-FFF2-40B4-BE49-F238E27FC236}">
                <a16:creationId xmlns:a16="http://schemas.microsoft.com/office/drawing/2014/main" id="{53DA22BD-A467-1A4D-B58A-A89AEF4860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874175"/>
              </p:ext>
            </p:extLst>
          </p:nvPr>
        </p:nvGraphicFramePr>
        <p:xfrm>
          <a:off x="-150505" y="2165249"/>
          <a:ext cx="8525247" cy="3803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058966A-39C4-1B3B-033D-4AC10E95F922}"/>
              </a:ext>
            </a:extLst>
          </p:cNvPr>
          <p:cNvSpPr txBox="1"/>
          <p:nvPr/>
        </p:nvSpPr>
        <p:spPr>
          <a:xfrm>
            <a:off x="6819539" y="1406381"/>
            <a:ext cx="212493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Poppins SemiBold" pitchFamily="2" charset="0"/>
              </a:rPr>
              <a:t>Friend</a:t>
            </a:r>
            <a:endParaRPr lang="ru-UA" sz="3200" b="1" i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Poppins SemiBold" pitchFamily="2" charset="0"/>
            </a:endParaRPr>
          </a:p>
        </p:txBody>
      </p:sp>
      <p:sp useBgFill="1"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FD13A91-57CA-6D81-4619-20EE075E8496}"/>
              </a:ext>
            </a:extLst>
          </p:cNvPr>
          <p:cNvSpPr/>
          <p:nvPr/>
        </p:nvSpPr>
        <p:spPr>
          <a:xfrm rot="13500000">
            <a:off x="4847871" y="7928000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00BFE250-29A6-928A-934C-D657C1D69102}"/>
              </a:ext>
            </a:extLst>
          </p:cNvPr>
          <p:cNvSpPr/>
          <p:nvPr/>
        </p:nvSpPr>
        <p:spPr>
          <a:xfrm rot="2525575">
            <a:off x="8059998" y="7888977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38" name="Скругленный прямоугольник 37">
            <a:extLst>
              <a:ext uri="{FF2B5EF4-FFF2-40B4-BE49-F238E27FC236}">
                <a16:creationId xmlns:a16="http://schemas.microsoft.com/office/drawing/2014/main" id="{CD7F1E80-713E-0A08-4FC2-745298F34F22}"/>
              </a:ext>
            </a:extLst>
          </p:cNvPr>
          <p:cNvSpPr/>
          <p:nvPr/>
        </p:nvSpPr>
        <p:spPr>
          <a:xfrm rot="13500000">
            <a:off x="3312570" y="7888976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0C3D2D4-6CC1-186B-AD66-7E051182750D}"/>
              </a:ext>
            </a:extLst>
          </p:cNvPr>
          <p:cNvSpPr/>
          <p:nvPr/>
        </p:nvSpPr>
        <p:spPr>
          <a:xfrm rot="2525575">
            <a:off x="6482191" y="7857929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102EF19F-3E20-3EF8-426B-2DE0DC047808}"/>
              </a:ext>
            </a:extLst>
          </p:cNvPr>
          <p:cNvSpPr/>
          <p:nvPr/>
        </p:nvSpPr>
        <p:spPr>
          <a:xfrm>
            <a:off x="12283152" y="0"/>
            <a:ext cx="12192000" cy="6858000"/>
          </a:xfrm>
          <a:prstGeom prst="rect">
            <a:avLst/>
          </a:prstGeom>
          <a:solidFill>
            <a:srgbClr val="932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6F752C-6E34-5439-64B9-F27C407EB71D}"/>
              </a:ext>
            </a:extLst>
          </p:cNvPr>
          <p:cNvSpPr txBox="1"/>
          <p:nvPr/>
        </p:nvSpPr>
        <p:spPr>
          <a:xfrm>
            <a:off x="14872371" y="196557"/>
            <a:ext cx="6778730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"/>
                <a:cs typeface="Poppins SemiBold" pitchFamily="2" charset="0"/>
              </a:rPr>
              <a:t>Facts</a:t>
            </a:r>
            <a:endParaRPr lang="ru-UA" sz="8800" b="1" dirty="0">
              <a:solidFill>
                <a:schemeClr val="bg1"/>
              </a:solidFill>
              <a:latin typeface=""/>
              <a:cs typeface="Poppins SemiBold" pitchFamily="2" charset="0"/>
            </a:endParaRPr>
          </a:p>
        </p:txBody>
      </p:sp>
      <p:pic>
        <p:nvPicPr>
          <p:cNvPr id="60" name="Рисунок 59" descr="Мозг со сплошной заливкой">
            <a:extLst>
              <a:ext uri="{FF2B5EF4-FFF2-40B4-BE49-F238E27FC236}">
                <a16:creationId xmlns:a16="http://schemas.microsoft.com/office/drawing/2014/main" id="{3A7655FC-AB44-1756-E0E8-81794E367F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277991" y="134697"/>
            <a:ext cx="1570271" cy="1570271"/>
          </a:xfrm>
          <a:prstGeom prst="rect">
            <a:avLst/>
          </a:prstGeom>
          <a:effectLst>
            <a:outerShdw blurRad="50800" dist="38100" dir="2700000" algn="tl" rotWithShape="0">
              <a:srgbClr val="7030A0"/>
            </a:outerShdw>
          </a:effec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7FC21DB-1625-28A0-987A-B7273F10B954}"/>
              </a:ext>
            </a:extLst>
          </p:cNvPr>
          <p:cNvSpPr txBox="1"/>
          <p:nvPr/>
        </p:nvSpPr>
        <p:spPr>
          <a:xfrm>
            <a:off x="15637267" y="1713033"/>
            <a:ext cx="5020410" cy="22467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Alongside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our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expense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map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AI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chatbot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saved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one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last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feature —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DataTok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reveals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unique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patterns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memorable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dates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in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’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purchase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history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turning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dry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analytics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into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moments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of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discovery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endParaRPr lang="ru-UA" sz="20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92970-0FB7-BF91-A68A-DDA9D5C1640A}"/>
              </a:ext>
            </a:extLst>
          </p:cNvPr>
          <p:cNvSpPr txBox="1"/>
          <p:nvPr/>
        </p:nvSpPr>
        <p:spPr>
          <a:xfrm>
            <a:off x="1520796" y="5998933"/>
            <a:ext cx="8894649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Voice support</a:t>
            </a:r>
            <a:endParaRPr lang="ru-UA" sz="36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pic>
        <p:nvPicPr>
          <p:cNvPr id="11" name="Рисунок 10" descr="Радиомикрофон со сплошной заливкой">
            <a:extLst>
              <a:ext uri="{FF2B5EF4-FFF2-40B4-BE49-F238E27FC236}">
                <a16:creationId xmlns:a16="http://schemas.microsoft.com/office/drawing/2014/main" id="{C2FD0672-2710-6F33-0281-3B152F71074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28118" y="6020352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76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70833E-6 -1.85185E-6 L 0.03763 -0.0826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96296E-6 L 0.03763 -0.082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91667E-6 -2.22222E-6 L 0.03763 -0.0826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45833E-6 4.81481E-6 L 0.03763 -0.0826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4.375E-6 4.81481E-6 L 0.03763 -0.0826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0833E-6 2.96296E-6 L 0.03763 -0.0826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9" grpId="0" animBg="1"/>
      <p:bldP spid="36" grpId="0" animBg="1"/>
      <p:bldP spid="37" grpId="0" animBg="1"/>
      <p:bldP spid="38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2F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60B3F-3B1F-1B5B-CC1A-F73D7E826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D1EF8BB-58A8-F9C9-5838-2F4B773965E3}"/>
              </a:ext>
            </a:extLst>
          </p:cNvPr>
          <p:cNvSpPr/>
          <p:nvPr/>
        </p:nvSpPr>
        <p:spPr>
          <a:xfrm>
            <a:off x="41910" y="0"/>
            <a:ext cx="12192000" cy="6858000"/>
          </a:xfrm>
          <a:prstGeom prst="rect">
            <a:avLst/>
          </a:prstGeom>
          <a:solidFill>
            <a:srgbClr val="932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 useBgFill="1">
        <p:nvSpPr>
          <p:cNvPr id="19" name="Овал 18">
            <a:extLst>
              <a:ext uri="{FF2B5EF4-FFF2-40B4-BE49-F238E27FC236}">
                <a16:creationId xmlns:a16="http://schemas.microsoft.com/office/drawing/2014/main" id="{CD13A620-CF00-A13F-DDCD-83DA74B351C1}"/>
              </a:ext>
            </a:extLst>
          </p:cNvPr>
          <p:cNvSpPr/>
          <p:nvPr/>
        </p:nvSpPr>
        <p:spPr>
          <a:xfrm>
            <a:off x="4793166" y="1839664"/>
            <a:ext cx="1764909" cy="17649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EEFDCF54-E5C4-1B02-3FC0-E9D180963DAB}"/>
              </a:ext>
            </a:extLst>
          </p:cNvPr>
          <p:cNvSpPr/>
          <p:nvPr/>
        </p:nvSpPr>
        <p:spPr>
          <a:xfrm rot="2378276">
            <a:off x="1579232" y="3726739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FAF7101D-D6DE-DFF3-B480-D8E522325FAA}"/>
              </a:ext>
            </a:extLst>
          </p:cNvPr>
          <p:cNvSpPr/>
          <p:nvPr/>
        </p:nvSpPr>
        <p:spPr>
          <a:xfrm rot="2378276">
            <a:off x="4847871" y="3765763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6E9B7BAB-2F73-0F52-5AE9-6C4CCAE66B88}"/>
              </a:ext>
            </a:extLst>
          </p:cNvPr>
          <p:cNvSpPr/>
          <p:nvPr/>
        </p:nvSpPr>
        <p:spPr>
          <a:xfrm rot="13003851">
            <a:off x="8059998" y="3726740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C668535D-F43F-23DF-1C01-E469549ECADC}"/>
              </a:ext>
            </a:extLst>
          </p:cNvPr>
          <p:cNvSpPr/>
          <p:nvPr/>
        </p:nvSpPr>
        <p:spPr>
          <a:xfrm rot="13003851">
            <a:off x="9680312" y="3695692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85976B98-3A99-4BFE-79CD-4E858E24EC74}"/>
              </a:ext>
            </a:extLst>
          </p:cNvPr>
          <p:cNvSpPr/>
          <p:nvPr/>
        </p:nvSpPr>
        <p:spPr>
          <a:xfrm rot="2378276">
            <a:off x="3312570" y="3726739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20" name="Овал 19">
            <a:extLst>
              <a:ext uri="{FF2B5EF4-FFF2-40B4-BE49-F238E27FC236}">
                <a16:creationId xmlns:a16="http://schemas.microsoft.com/office/drawing/2014/main" id="{C6F0A244-1D45-C23E-FEA9-DA8E3F73B2A7}"/>
              </a:ext>
            </a:extLst>
          </p:cNvPr>
          <p:cNvSpPr/>
          <p:nvPr/>
        </p:nvSpPr>
        <p:spPr>
          <a:xfrm>
            <a:off x="2545421" y="2604654"/>
            <a:ext cx="1080197" cy="108019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EF788-14B2-469B-5155-6571BB2ECAE5}"/>
              </a:ext>
            </a:extLst>
          </p:cNvPr>
          <p:cNvSpPr txBox="1"/>
          <p:nvPr/>
        </p:nvSpPr>
        <p:spPr>
          <a:xfrm>
            <a:off x="2631129" y="196557"/>
            <a:ext cx="6778730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"/>
                <a:cs typeface="Poppins SemiBold" pitchFamily="2" charset="0"/>
              </a:rPr>
              <a:t>Facts</a:t>
            </a:r>
            <a:endParaRPr lang="ru-UA" sz="8800" b="1" dirty="0">
              <a:solidFill>
                <a:schemeClr val="bg1"/>
              </a:solidFill>
              <a:latin typeface=""/>
              <a:cs typeface="Poppins SemiBold" pitchFamily="2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5B02A4A-47C7-3A54-5BE4-DE8C2E138344}"/>
              </a:ext>
            </a:extLst>
          </p:cNvPr>
          <p:cNvSpPr/>
          <p:nvPr/>
        </p:nvSpPr>
        <p:spPr>
          <a:xfrm>
            <a:off x="-10329588" y="360184"/>
            <a:ext cx="6126480" cy="6126480"/>
          </a:xfrm>
          <a:prstGeom prst="ellipse">
            <a:avLst/>
          </a:prstGeom>
          <a:solidFill>
            <a:srgbClr val="93255B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6E79246-8E95-6695-497B-551454FA88DD}"/>
              </a:ext>
            </a:extLst>
          </p:cNvPr>
          <p:cNvSpPr/>
          <p:nvPr/>
        </p:nvSpPr>
        <p:spPr>
          <a:xfrm rot="13003851">
            <a:off x="6482191" y="3695692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6" name="Овал 5">
            <a:extLst>
              <a:ext uri="{FF2B5EF4-FFF2-40B4-BE49-F238E27FC236}">
                <a16:creationId xmlns:a16="http://schemas.microsoft.com/office/drawing/2014/main" id="{3BE3181B-4D49-8E79-FC3C-09F2BC6FAE18}"/>
              </a:ext>
            </a:extLst>
          </p:cNvPr>
          <p:cNvSpPr/>
          <p:nvPr/>
        </p:nvSpPr>
        <p:spPr>
          <a:xfrm>
            <a:off x="393936" y="2826442"/>
            <a:ext cx="1489626" cy="14896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7" name="Овал 6">
            <a:extLst>
              <a:ext uri="{FF2B5EF4-FFF2-40B4-BE49-F238E27FC236}">
                <a16:creationId xmlns:a16="http://schemas.microsoft.com/office/drawing/2014/main" id="{5A813295-DE18-E777-ABB9-6CE5DD9FC7AF}"/>
              </a:ext>
            </a:extLst>
          </p:cNvPr>
          <p:cNvSpPr/>
          <p:nvPr/>
        </p:nvSpPr>
        <p:spPr>
          <a:xfrm>
            <a:off x="9754276" y="2377599"/>
            <a:ext cx="1361034" cy="13610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9" name="Овал 8">
            <a:extLst>
              <a:ext uri="{FF2B5EF4-FFF2-40B4-BE49-F238E27FC236}">
                <a16:creationId xmlns:a16="http://schemas.microsoft.com/office/drawing/2014/main" id="{AC6E86BA-9108-B0CE-20B8-5EE7C92DB425}"/>
              </a:ext>
            </a:extLst>
          </p:cNvPr>
          <p:cNvSpPr/>
          <p:nvPr/>
        </p:nvSpPr>
        <p:spPr>
          <a:xfrm>
            <a:off x="1196010" y="1069730"/>
            <a:ext cx="1125496" cy="112549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0" name="Овал 9">
            <a:extLst>
              <a:ext uri="{FF2B5EF4-FFF2-40B4-BE49-F238E27FC236}">
                <a16:creationId xmlns:a16="http://schemas.microsoft.com/office/drawing/2014/main" id="{BF367938-F1D5-FAC0-EA7D-A294435AB4A3}"/>
              </a:ext>
            </a:extLst>
          </p:cNvPr>
          <p:cNvSpPr/>
          <p:nvPr/>
        </p:nvSpPr>
        <p:spPr>
          <a:xfrm>
            <a:off x="244712" y="343800"/>
            <a:ext cx="462409" cy="462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8" name="Овал 17">
            <a:extLst>
              <a:ext uri="{FF2B5EF4-FFF2-40B4-BE49-F238E27FC236}">
                <a16:creationId xmlns:a16="http://schemas.microsoft.com/office/drawing/2014/main" id="{1E8A5BE1-83EB-50B5-5426-A8CFECB4A640}"/>
              </a:ext>
            </a:extLst>
          </p:cNvPr>
          <p:cNvSpPr/>
          <p:nvPr/>
        </p:nvSpPr>
        <p:spPr>
          <a:xfrm>
            <a:off x="8711294" y="628069"/>
            <a:ext cx="1004409" cy="1004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928A4-6C17-E76A-80CB-A3755F41F709}"/>
              </a:ext>
            </a:extLst>
          </p:cNvPr>
          <p:cNvSpPr txBox="1"/>
          <p:nvPr/>
        </p:nvSpPr>
        <p:spPr>
          <a:xfrm>
            <a:off x="2155242" y="1967181"/>
            <a:ext cx="8124299" cy="286232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Facts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Generator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AI-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powered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micro-insight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engine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that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transforms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everyday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data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into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surprising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meaningful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facts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tailored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user.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analyzes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habits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context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trends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time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patterns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create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facts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that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feel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unexpectedly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relevant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—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from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productivity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insights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real-world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curiosities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linked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user's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routine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b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</a:b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By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blending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personalization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with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discovery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turns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ordinary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moments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into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small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bursts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of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learning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inspiration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9643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22222E-6 L 0.03763 -0.08264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91667E-6 2.22222E-6 L 0.03763 -0.08264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45833E-6 -2.22222E-6 L 0.03763 -0.08264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4.375E-6 -2.22222E-6 L 0.03763 -0.08264 " pathEditMode="relative" rAng="0" ptsTypes="AA">
                                      <p:cBhvr>
                                        <p:cTn id="12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91667E-6 -2.59259E-6 L 0.03763 -0.08264 " pathEditMode="relative" rAng="0" ptsTypes="AA">
                                      <p:cBhvr>
                                        <p:cTn id="14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0833E-6 -2.59259E-6 L 0.03763 -0.08264 " pathEditMode="relative" rAng="0" ptsTypes="AA">
                                      <p:cBhvr>
                                        <p:cTn id="1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85185E-6 L -0.00508 -0.10856 " pathEditMode="relative" rAng="0" ptsTypes="AA">
                                      <p:cBhvr>
                                        <p:cTn id="18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544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-0.03268 -0.12569 " pathEditMode="relative" rAng="0" ptsTypes="AA">
                                      <p:cBhvr>
                                        <p:cTn id="20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-629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4.81481E-6 L -0.06745 -0.04722 " pathEditMode="relative" rAng="0" ptsTypes="AA">
                                      <p:cBhvr>
                                        <p:cTn id="22" dur="1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2" y="-236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96296E-6 L 0.04622 -0.14629 " pathEditMode="relative" rAng="0" ptsTypes="AA">
                                      <p:cBhvr>
                                        <p:cTn id="24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5" y="-731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0.04545 -0.00903 " pathEditMode="relative" rAng="0" ptsTypes="AA">
                                      <p:cBhvr>
                                        <p:cTn id="26" dur="1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-463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7.40741E-7 L 0.11159 -0.16204 " pathEditMode="relative" rAng="0" ptsTypes="AA">
                                      <p:cBhvr>
                                        <p:cTn id="28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73" y="-810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05287 -0.1118 " pathEditMode="relative" rAng="0" ptsTypes="AA">
                                      <p:cBhvr>
                                        <p:cTn id="30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3" y="-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1" grpId="0" animBg="1"/>
      <p:bldP spid="12" grpId="0" animBg="1"/>
      <p:bldP spid="15" grpId="0" animBg="1"/>
      <p:bldP spid="16" grpId="0" animBg="1"/>
      <p:bldP spid="13" grpId="0" animBg="1"/>
      <p:bldP spid="20" grpId="0" animBg="1"/>
      <p:bldP spid="2" grpId="0" animBg="1"/>
      <p:bldP spid="6" grpId="0" animBg="1"/>
      <p:bldP spid="7" grpId="0" animBg="1"/>
      <p:bldP spid="9" grpId="0" animBg="1"/>
      <p:bldP spid="10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6C2D9-147F-31BC-A515-54CEA84C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>
            <a:extLst>
              <a:ext uri="{FF2B5EF4-FFF2-40B4-BE49-F238E27FC236}">
                <a16:creationId xmlns:a16="http://schemas.microsoft.com/office/drawing/2014/main" id="{F555A0E2-DEBF-F5D0-0F3F-04CBEF408B8F}"/>
              </a:ext>
            </a:extLst>
          </p:cNvPr>
          <p:cNvSpPr/>
          <p:nvPr/>
        </p:nvSpPr>
        <p:spPr>
          <a:xfrm>
            <a:off x="3032760" y="365760"/>
            <a:ext cx="6126480" cy="6126480"/>
          </a:xfrm>
          <a:prstGeom prst="ellipse">
            <a:avLst/>
          </a:prstGeom>
          <a:solidFill>
            <a:srgbClr val="B82F72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B16FC02-D743-5EE1-F03D-2884FFB8AAB6}"/>
              </a:ext>
            </a:extLst>
          </p:cNvPr>
          <p:cNvSpPr/>
          <p:nvPr/>
        </p:nvSpPr>
        <p:spPr>
          <a:xfrm>
            <a:off x="12192000" y="0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6" name="Рисунок 5" descr="Мозг со сплошной заливкой">
            <a:extLst>
              <a:ext uri="{FF2B5EF4-FFF2-40B4-BE49-F238E27FC236}">
                <a16:creationId xmlns:a16="http://schemas.microsoft.com/office/drawing/2014/main" id="{38D46914-D86C-3E85-88C4-BCDA0F5BE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5098" y="919998"/>
            <a:ext cx="2401803" cy="2401803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900D2-2547-6633-2180-32D179504F39}"/>
              </a:ext>
            </a:extLst>
          </p:cNvPr>
          <p:cNvSpPr txBox="1"/>
          <p:nvPr/>
        </p:nvSpPr>
        <p:spPr>
          <a:xfrm>
            <a:off x="3975065" y="3536200"/>
            <a:ext cx="4241867" cy="10926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6500" b="1" dirty="0">
                <a:solidFill>
                  <a:schemeClr val="bg1"/>
                </a:solidFill>
                <a:latin typeface="Figtree" pitchFamily="2" charset="0"/>
                <a:cs typeface="Poppins SemiBold" pitchFamily="2" charset="0"/>
              </a:rPr>
              <a:t>Innovation</a:t>
            </a:r>
            <a:endParaRPr lang="ru-UA" sz="6500" b="1" dirty="0">
              <a:solidFill>
                <a:schemeClr val="bg1"/>
              </a:solidFill>
              <a:latin typeface="Posterama" panose="020B0504020200020000" pitchFamily="34" charset="0"/>
              <a:cs typeface="Poppins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87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2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099E27-49A0-9A70-47DD-279E9076C480}"/>
              </a:ext>
            </a:extLst>
          </p:cNvPr>
          <p:cNvSpPr/>
          <p:nvPr/>
        </p:nvSpPr>
        <p:spPr>
          <a:xfrm>
            <a:off x="-1964" y="0"/>
            <a:ext cx="12192000" cy="6858000"/>
          </a:xfrm>
          <a:prstGeom prst="rect">
            <a:avLst/>
          </a:prstGeom>
          <a:solidFill>
            <a:srgbClr val="932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 useBgFill="1"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4F45C6E9-A9D7-BF34-58E5-F548F14DFEE0}"/>
              </a:ext>
            </a:extLst>
          </p:cNvPr>
          <p:cNvSpPr/>
          <p:nvPr/>
        </p:nvSpPr>
        <p:spPr>
          <a:xfrm rot="2378276">
            <a:off x="998973" y="197300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C5D0A52-67CD-BAF5-953D-913022675F41}"/>
              </a:ext>
            </a:extLst>
          </p:cNvPr>
          <p:cNvSpPr/>
          <p:nvPr/>
        </p:nvSpPr>
        <p:spPr>
          <a:xfrm rot="2378276">
            <a:off x="1334977" y="1917236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6E0D530-648E-F69C-D56C-018F3ED133FD}"/>
              </a:ext>
            </a:extLst>
          </p:cNvPr>
          <p:cNvSpPr/>
          <p:nvPr/>
        </p:nvSpPr>
        <p:spPr>
          <a:xfrm rot="13003851">
            <a:off x="9427508" y="-123859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E19924BE-0065-3261-DF42-7CBC350C5AA8}"/>
              </a:ext>
            </a:extLst>
          </p:cNvPr>
          <p:cNvSpPr/>
          <p:nvPr/>
        </p:nvSpPr>
        <p:spPr>
          <a:xfrm rot="13003851">
            <a:off x="9770428" y="1974217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022AA5C-754C-6163-85A8-A854222083D6}"/>
              </a:ext>
            </a:extLst>
          </p:cNvPr>
          <p:cNvSpPr/>
          <p:nvPr/>
        </p:nvSpPr>
        <p:spPr>
          <a:xfrm rot="13003851">
            <a:off x="10466947" y="3630931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2A04AE1D-A44C-369A-FB85-DCC95A9F124A}"/>
              </a:ext>
            </a:extLst>
          </p:cNvPr>
          <p:cNvSpPr/>
          <p:nvPr/>
        </p:nvSpPr>
        <p:spPr>
          <a:xfrm rot="2378276">
            <a:off x="1731783" y="3591907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31381-FBDA-A29F-B3AF-FD4616F33BA5}"/>
              </a:ext>
            </a:extLst>
          </p:cNvPr>
          <p:cNvSpPr txBox="1"/>
          <p:nvPr/>
        </p:nvSpPr>
        <p:spPr>
          <a:xfrm>
            <a:off x="2807411" y="1110261"/>
            <a:ext cx="6778730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Figtree" pitchFamily="2" charset="0"/>
                <a:cs typeface="Poppins SemiBold" pitchFamily="2" charset="0"/>
              </a:rPr>
              <a:t>Innovation</a:t>
            </a:r>
            <a:endParaRPr lang="ru-UA" sz="8800" b="1" dirty="0">
              <a:solidFill>
                <a:schemeClr val="bg1"/>
              </a:solidFill>
              <a:latin typeface=""/>
              <a:cs typeface="Poppins SemiBold" pitchFamily="2" charset="0"/>
            </a:endParaRPr>
          </a:p>
        </p:txBody>
      </p:sp>
      <p:pic>
        <p:nvPicPr>
          <p:cNvPr id="4" name="Рисунок 3" descr="Мозг со сплошной заливкой">
            <a:extLst>
              <a:ext uri="{FF2B5EF4-FFF2-40B4-BE49-F238E27FC236}">
                <a16:creationId xmlns:a16="http://schemas.microsoft.com/office/drawing/2014/main" id="{32E6BEEA-25D7-5A0C-5030-00D47BC37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0864" y="-31262"/>
            <a:ext cx="1570271" cy="1570271"/>
          </a:xfrm>
          <a:prstGeom prst="rect">
            <a:avLst/>
          </a:prstGeom>
          <a:effectLst>
            <a:outerShdw blurRad="50800" dist="38100" dir="2700000" algn="tl" rotWithShape="0">
              <a:srgbClr val="7030A0"/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F80E94-D421-7EDF-BAAC-52F4F190EA05}"/>
              </a:ext>
            </a:extLst>
          </p:cNvPr>
          <p:cNvSpPr txBox="1"/>
          <p:nvPr/>
        </p:nvSpPr>
        <p:spPr>
          <a:xfrm>
            <a:off x="2027891" y="2649474"/>
            <a:ext cx="8534071" cy="37856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</a:t>
            </a:r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ntegrated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AI: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Combines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Assistant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also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as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AI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Friend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plan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motivate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interact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naturally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in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one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system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</a:p>
          <a:p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Context-Aware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Personalization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: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Adapts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to user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habits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energy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location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weather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real-time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conditions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</a:p>
          <a:p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Smart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Calendar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&amp; </a:t>
            </a:r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Automated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Insights</a:t>
            </a:r>
            <a:r>
              <a:rPr lang="sk-SK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: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Adjusts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schedules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automatically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resolves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conflicts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provides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relevant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timely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recommendations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</a:p>
          <a:p>
            <a:r>
              <a:rPr lang="sk-SK" sz="2000" b="1" i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Dynamic</a:t>
            </a:r>
            <a:r>
              <a:rPr lang="sk-SK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i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Facts</a:t>
            </a:r>
            <a:r>
              <a:rPr lang="sk-SK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&amp; </a:t>
            </a:r>
            <a:r>
              <a:rPr lang="sk-SK" sz="2000" b="1" i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Micro-Insights</a:t>
            </a:r>
            <a:r>
              <a:rPr lang="sk-SK" sz="2000" b="1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: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Delivers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surprising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personalized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facts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that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make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daily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routines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more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engaging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informative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</a:p>
          <a:p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Natural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Voice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Interaction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: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Enables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intuitive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human-like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communication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that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feels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like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interacting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with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personal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sz="2000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assistant</a:t>
            </a:r>
            <a:r>
              <a:rPr lang="sk-SK" sz="20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23C2B51-1D86-6068-0BB7-D80218CA02C0}"/>
              </a:ext>
            </a:extLst>
          </p:cNvPr>
          <p:cNvSpPr/>
          <p:nvPr/>
        </p:nvSpPr>
        <p:spPr>
          <a:xfrm>
            <a:off x="-10329588" y="360184"/>
            <a:ext cx="6126480" cy="6126480"/>
          </a:xfrm>
          <a:prstGeom prst="ellipse">
            <a:avLst/>
          </a:prstGeom>
          <a:solidFill>
            <a:srgbClr val="93255B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40963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0.03763 -0.082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1.875E-6 -3.33333E-6 L 0.03763 -0.0826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3.95833E-6 3.7037E-6 L 0.03763 -0.082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85185E-6 L 0.03763 -0.0826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1.04167E-6 3.33333E-6 L 0.03763 -0.0826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08333E-7 -1.85185E-6 L 0.03763 -0.082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2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77F17-662C-D90C-A7A1-1940F522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330F8B-4B02-F261-6EEC-214BB36D0571}"/>
              </a:ext>
            </a:extLst>
          </p:cNvPr>
          <p:cNvSpPr/>
          <p:nvPr/>
        </p:nvSpPr>
        <p:spPr>
          <a:xfrm>
            <a:off x="38420" y="0"/>
            <a:ext cx="12192000" cy="6858000"/>
          </a:xfrm>
          <a:prstGeom prst="rect">
            <a:avLst/>
          </a:prstGeom>
          <a:solidFill>
            <a:srgbClr val="B82F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 useBgFill="1"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0F738824-9E57-F61E-0A44-E48CB96E868E}"/>
              </a:ext>
            </a:extLst>
          </p:cNvPr>
          <p:cNvSpPr/>
          <p:nvPr/>
        </p:nvSpPr>
        <p:spPr>
          <a:xfrm rot="13173802">
            <a:off x="1087326" y="-131631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AE2654A-E644-5D8F-6D0E-C59ED145C8D9}"/>
              </a:ext>
            </a:extLst>
          </p:cNvPr>
          <p:cNvSpPr/>
          <p:nvPr/>
        </p:nvSpPr>
        <p:spPr>
          <a:xfrm rot="2378276">
            <a:off x="1361071" y="1710033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9E35D18E-DB4A-B7C5-00D4-589791EED2E2}"/>
              </a:ext>
            </a:extLst>
          </p:cNvPr>
          <p:cNvSpPr/>
          <p:nvPr/>
        </p:nvSpPr>
        <p:spPr>
          <a:xfrm rot="13003851">
            <a:off x="9766916" y="-48203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D2D48A2B-96C4-8D2E-7F26-154977483A8E}"/>
              </a:ext>
            </a:extLst>
          </p:cNvPr>
          <p:cNvSpPr/>
          <p:nvPr/>
        </p:nvSpPr>
        <p:spPr>
          <a:xfrm rot="2312490">
            <a:off x="9851308" y="1921171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AD98F7CC-F860-FDBE-E1C3-D32B7D949AA7}"/>
              </a:ext>
            </a:extLst>
          </p:cNvPr>
          <p:cNvSpPr/>
          <p:nvPr/>
        </p:nvSpPr>
        <p:spPr>
          <a:xfrm rot="13003851">
            <a:off x="10167025" y="3511228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 useBgFill="1"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A909C96B-39D7-132B-F4E3-E9858B3A23FC}"/>
              </a:ext>
            </a:extLst>
          </p:cNvPr>
          <p:cNvSpPr/>
          <p:nvPr/>
        </p:nvSpPr>
        <p:spPr>
          <a:xfrm rot="13044943">
            <a:off x="1676301" y="3738626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BC8AD-8241-4814-AD1D-792212EA0322}"/>
              </a:ext>
            </a:extLst>
          </p:cNvPr>
          <p:cNvSpPr txBox="1"/>
          <p:nvPr/>
        </p:nvSpPr>
        <p:spPr>
          <a:xfrm>
            <a:off x="1681333" y="1551275"/>
            <a:ext cx="8631611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Figtree" pitchFamily="2" charset="0"/>
                <a:cs typeface="Poppins SemiBold" pitchFamily="2" charset="0"/>
              </a:rPr>
              <a:t>In plans</a:t>
            </a:r>
            <a:endParaRPr lang="ru-UA" sz="8800" b="1" dirty="0">
              <a:solidFill>
                <a:schemeClr val="bg1"/>
              </a:solidFill>
              <a:latin typeface=""/>
              <a:cs typeface="Poppins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C391A-7807-3120-87E1-65EDEF373144}"/>
              </a:ext>
            </a:extLst>
          </p:cNvPr>
          <p:cNvSpPr txBox="1"/>
          <p:nvPr/>
        </p:nvSpPr>
        <p:spPr>
          <a:xfrm>
            <a:off x="1292233" y="3372463"/>
            <a:ext cx="9757525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914400" indent="-914400" algn="ctr">
              <a:buAutoNum type="arabicPeriod"/>
            </a:pPr>
            <a:r>
              <a:rPr lang="en-US" sz="4800" b="1" dirty="0" err="1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Medium" pitchFamily="2" charset="0"/>
              </a:rPr>
              <a:t>Achievemnts</a:t>
            </a:r>
            <a:r>
              <a:rPr lang="en-US" sz="48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Medium" pitchFamily="2" charset="0"/>
              </a:rPr>
              <a:t> or badges</a:t>
            </a:r>
            <a:endParaRPr lang="uk-UA" sz="4800" b="1" dirty="0">
              <a:solidFill>
                <a:schemeClr val="bg1"/>
              </a:solidFill>
              <a:latin typeface="Figtree" pitchFamily="2" charset="0"/>
              <a:ea typeface="Inter" panose="02000503000000020004" pitchFamily="2" charset="0"/>
              <a:cs typeface="Poppins Medium" pitchFamily="2" charset="0"/>
            </a:endParaRPr>
          </a:p>
          <a:p>
            <a:pPr algn="ctr"/>
            <a:r>
              <a:rPr lang="uk-UA" sz="4800" b="1" dirty="0">
                <a:solidFill>
                  <a:schemeClr val="bg1"/>
                </a:solidFill>
                <a:latin typeface="Figtree" pitchFamily="2" charset="0"/>
                <a:ea typeface="Inter" panose="02000503000000020004" pitchFamily="2" charset="0"/>
                <a:cs typeface="Poppins Medium" pitchFamily="2" charset="0"/>
              </a:rPr>
              <a:t>….</a:t>
            </a:r>
            <a:endParaRPr lang="en-US" sz="4800" b="1" dirty="0">
              <a:solidFill>
                <a:schemeClr val="bg1"/>
              </a:solidFill>
              <a:latin typeface="Figtree" pitchFamily="2" charset="0"/>
              <a:ea typeface="Inter" panose="02000503000000020004" pitchFamily="2" charset="0"/>
              <a:cs typeface="Poppins Medium" pitchFamily="2" charset="0"/>
            </a:endParaRPr>
          </a:p>
          <a:p>
            <a:pPr marL="914400" indent="-914400" algn="ctr">
              <a:buAutoNum type="arabicPeriod"/>
            </a:pPr>
            <a:endParaRPr lang="en-US" sz="4800" b="1" dirty="0">
              <a:solidFill>
                <a:schemeClr val="bg1"/>
              </a:solidFill>
              <a:latin typeface="Figtree" pitchFamily="2" charset="0"/>
              <a:ea typeface="Inter" panose="02000503000000020004" pitchFamily="2" charset="0"/>
              <a:cs typeface="Poppins Medium" pitchFamily="2" charset="0"/>
            </a:endParaRPr>
          </a:p>
        </p:txBody>
      </p:sp>
      <p:pic>
        <p:nvPicPr>
          <p:cNvPr id="7" name="Рисунок 6" descr="Маршрут между двумя штырьками со сплошной заливкой">
            <a:extLst>
              <a:ext uri="{FF2B5EF4-FFF2-40B4-BE49-F238E27FC236}">
                <a16:creationId xmlns:a16="http://schemas.microsoft.com/office/drawing/2014/main" id="{22E7E7E0-99CC-DB22-EF61-1BE2FD7F4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4300" y="-32859"/>
            <a:ext cx="1720241" cy="172024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EC4C45-F372-905E-0D47-34E60D7D1D61}"/>
              </a:ext>
            </a:extLst>
          </p:cNvPr>
          <p:cNvSpPr/>
          <p:nvPr/>
        </p:nvSpPr>
        <p:spPr>
          <a:xfrm>
            <a:off x="-12243540" y="0"/>
            <a:ext cx="12192000" cy="6858000"/>
          </a:xfrm>
          <a:prstGeom prst="rect">
            <a:avLst/>
          </a:prstGeom>
          <a:solidFill>
            <a:srgbClr val="932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b="1" dirty="0"/>
          </a:p>
        </p:txBody>
      </p:sp>
      <p:sp useBgFill="1"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D9DE84B6-8ABC-4868-63FF-42C7A4634B76}"/>
              </a:ext>
            </a:extLst>
          </p:cNvPr>
          <p:cNvSpPr/>
          <p:nvPr/>
        </p:nvSpPr>
        <p:spPr>
          <a:xfrm rot="2378276">
            <a:off x="-9698349" y="2798647"/>
            <a:ext cx="712874" cy="33949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C1F0AB-1A0F-5346-BB31-2C571D0D5132}"/>
              </a:ext>
            </a:extLst>
          </p:cNvPr>
          <p:cNvSpPr txBox="1"/>
          <p:nvPr/>
        </p:nvSpPr>
        <p:spPr>
          <a:xfrm>
            <a:off x="-9683092" y="2120014"/>
            <a:ext cx="6778730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Figtree" pitchFamily="2" charset="0"/>
                <a:cs typeface="Poppins SemiBold" pitchFamily="2" charset="0"/>
              </a:rPr>
              <a:t>Innovation</a:t>
            </a:r>
            <a:endParaRPr lang="ru-UA" sz="8800" b="1" dirty="0">
              <a:solidFill>
                <a:schemeClr val="bg1"/>
              </a:solidFill>
              <a:latin typeface=""/>
              <a:cs typeface="Poppins SemiBold" pitchFamily="2" charset="0"/>
            </a:endParaRPr>
          </a:p>
        </p:txBody>
      </p:sp>
      <p:pic>
        <p:nvPicPr>
          <p:cNvPr id="23" name="Рисунок 22" descr="Мозг со сплошной заливкой">
            <a:extLst>
              <a:ext uri="{FF2B5EF4-FFF2-40B4-BE49-F238E27FC236}">
                <a16:creationId xmlns:a16="http://schemas.microsoft.com/office/drawing/2014/main" id="{F44543A7-1E26-9FF1-E634-9E11B1416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74586" y="479753"/>
            <a:ext cx="1570271" cy="1570271"/>
          </a:xfrm>
          <a:prstGeom prst="rect">
            <a:avLst/>
          </a:prstGeom>
          <a:effectLst>
            <a:outerShdw blurRad="50800" dist="38100" dir="2700000" algn="tl" rotWithShape="0">
              <a:srgbClr val="7030A0"/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B8B747B-48BE-FA49-6BCF-27ACC9885983}"/>
              </a:ext>
            </a:extLst>
          </p:cNvPr>
          <p:cNvSpPr txBox="1"/>
          <p:nvPr/>
        </p:nvSpPr>
        <p:spPr>
          <a:xfrm>
            <a:off x="-9557848" y="3741794"/>
            <a:ext cx="6789091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Alongside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our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expense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map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AI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chatbot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we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saved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one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last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feature —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DataTok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It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reveals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unique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patterns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and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memorable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dates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in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users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’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purchase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history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,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turning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dry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analytics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into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moments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of </a:t>
            </a:r>
            <a:r>
              <a:rPr lang="sk-SK" b="1" dirty="0" err="1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discovery</a:t>
            </a:r>
            <a:r>
              <a:rPr lang="sk-SK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</a:t>
            </a:r>
            <a:endParaRPr lang="ru-UA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743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L 0.03763 -0.082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4.79167E-6 7.40741E-7 L 0.03763 -0.0826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3.33333E-6 -2.59259E-6 L 0.03763 -0.082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0.03763 -0.0826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4.16667E-7 3.7037E-6 L 0.03763 -0.0826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8.33333E-7 -7.40741E-7 L 0.03763 -0.082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41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4.16667E-6 4.44444E-6 L 0.03763 -0.0826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-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3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5F6B1-2422-C4BE-D075-3B7A8074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11F14FD-73EA-B95D-0193-DAFE5A990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4900D-B480-0465-BBC2-5D6099653118}"/>
              </a:ext>
            </a:extLst>
          </p:cNvPr>
          <p:cNvSpPr txBox="1"/>
          <p:nvPr/>
        </p:nvSpPr>
        <p:spPr>
          <a:xfrm>
            <a:off x="643468" y="643467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Thanks for attention</a:t>
            </a:r>
          </a:p>
        </p:txBody>
      </p:sp>
      <p:pic>
        <p:nvPicPr>
          <p:cNvPr id="12" name="Рисунок 11" descr="Изображение выглядит как человек, Человеческое лицо, одежда, Наушники&#10;&#10;Автоматически созданное описание">
            <a:extLst>
              <a:ext uri="{FF2B5EF4-FFF2-40B4-BE49-F238E27FC236}">
                <a16:creationId xmlns:a16="http://schemas.microsoft.com/office/drawing/2014/main" id="{6F1141C5-7525-1919-0FC2-ABEBAB2B1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16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9" name="Рисунок 8" descr="Видеокамера со сплошной заливкой">
            <a:extLst>
              <a:ext uri="{FF2B5EF4-FFF2-40B4-BE49-F238E27FC236}">
                <a16:creationId xmlns:a16="http://schemas.microsoft.com/office/drawing/2014/main" id="{83FB7E6C-4D62-6A7E-39E6-19D0DF4A1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4864" y="0"/>
            <a:ext cx="1047135" cy="1047135"/>
          </a:xfrm>
          <a:prstGeom prst="rect">
            <a:avLst/>
          </a:prstGeom>
        </p:spPr>
      </p:pic>
      <p:sp>
        <p:nvSpPr>
          <p:cNvPr id="10" name="Овал 9">
            <a:extLst>
              <a:ext uri="{FF2B5EF4-FFF2-40B4-BE49-F238E27FC236}">
                <a16:creationId xmlns:a16="http://schemas.microsoft.com/office/drawing/2014/main" id="{D31A431A-EBDC-B803-EF91-585C72A86690}"/>
              </a:ext>
            </a:extLst>
          </p:cNvPr>
          <p:cNvSpPr/>
          <p:nvPr/>
        </p:nvSpPr>
        <p:spPr>
          <a:xfrm>
            <a:off x="-10667668" y="365760"/>
            <a:ext cx="6126480" cy="6126480"/>
          </a:xfrm>
          <a:prstGeom prst="ellipse">
            <a:avLst/>
          </a:prstGeom>
          <a:solidFill>
            <a:srgbClr val="93255B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11746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604</Words>
  <Application>Microsoft Macintosh PowerPoint</Application>
  <PresentationFormat>Широкоэкранный</PresentationFormat>
  <Paragraphs>63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4" baseType="lpstr">
      <vt:lpstr>Aptos</vt:lpstr>
      <vt:lpstr>Aptos Display</vt:lpstr>
      <vt:lpstr>Arial</vt:lpstr>
      <vt:lpstr>Figtree</vt:lpstr>
      <vt:lpstr>Inter</vt:lpstr>
      <vt:lpstr>Inter SemiBold</vt:lpstr>
      <vt:lpstr>Open Sans</vt:lpstr>
      <vt:lpstr>Open Sans ExtraBold</vt:lpstr>
      <vt:lpstr>Open Sans Light</vt:lpstr>
      <vt:lpstr>Posterama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 Khyzhniak</dc:creator>
  <cp:lastModifiedBy>Daniil Khyzhniak</cp:lastModifiedBy>
  <cp:revision>78</cp:revision>
  <dcterms:created xsi:type="dcterms:W3CDTF">2025-11-07T08:38:19Z</dcterms:created>
  <dcterms:modified xsi:type="dcterms:W3CDTF">2025-11-30T10:50:00Z</dcterms:modified>
</cp:coreProperties>
</file>